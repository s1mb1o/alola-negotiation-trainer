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f689dbe8dc4cb7" /><Relationship Type="http://schemas.openxmlformats.org/officeDocument/2006/relationships/extended-properties" Target="/docProps/app.xml" Id="Ra6ee7edae063491e" /><Relationship Type="http://schemas.openxmlformats.org/officeDocument/2006/relationships/officeDocument" Target="/ppt/presentation.xml" Id="R7ac64e71c8e143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10806f17e8407c"/>
  </p:sldMasterIdLst>
  <p:notesMasterIdLst>
    <p:notesMasterId xmlns:r="http://schemas.openxmlformats.org/officeDocument/2006/relationships" r:id="R45ac4e26f1c7455f"/>
  </p:notesMasterIdLst>
  <p:sldIdLst>
    <p:sldId xmlns:r="http://schemas.openxmlformats.org/officeDocument/2006/relationships" id="256" r:id="R3e9e0785acda487a"/>
    <p:sldId xmlns:r="http://schemas.openxmlformats.org/officeDocument/2006/relationships" id="257" r:id="R83652f13bcb04cbc"/>
    <p:sldId xmlns:r="http://schemas.openxmlformats.org/officeDocument/2006/relationships" id="258" r:id="R03aca43a3ad1447b"/>
    <p:sldId xmlns:r="http://schemas.openxmlformats.org/officeDocument/2006/relationships" id="259" r:id="R161804eadc734625"/>
    <p:sldId xmlns:r="http://schemas.openxmlformats.org/officeDocument/2006/relationships" id="260" r:id="Ra58a127edc5a4add"/>
    <p:sldId xmlns:r="http://schemas.openxmlformats.org/officeDocument/2006/relationships" id="261" r:id="Rf52f4ef3a8584b3c"/>
    <p:sldId xmlns:r="http://schemas.openxmlformats.org/officeDocument/2006/relationships" id="262" r:id="R06a0f7c91e7c4dce"/>
    <p:sldId xmlns:r="http://schemas.openxmlformats.org/officeDocument/2006/relationships" id="263" r:id="R99a5981f8ac74132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eaad8a0b6b4fbf" /><Relationship Type="http://schemas.openxmlformats.org/officeDocument/2006/relationships/slideMaster" Target="/ppt/slideMasters/slideMaster1.xml" Id="R8710806f17e8407c" /><Relationship Type="http://schemas.openxmlformats.org/officeDocument/2006/relationships/notesMaster" Target="/ppt/notesMasters/notesMaster1.xml" Id="R45ac4e26f1c7455f" /><Relationship Type="http://schemas.openxmlformats.org/officeDocument/2006/relationships/presProps" Target="/ppt/presProps.xml" Id="Ra1f832c8930f49db" /><Relationship Type="http://schemas.openxmlformats.org/officeDocument/2006/relationships/viewProps" Target="/ppt/viewProps.xml" Id="R54190165856a49d1" /><Relationship Type="http://schemas.openxmlformats.org/officeDocument/2006/relationships/tableStyles" Target="/ppt/tableStyles.xml" Id="R95f64e478f1348d5" /><Relationship Type="http://schemas.openxmlformats.org/officeDocument/2006/relationships/slide" Target="/ppt/slides/slide1.xml" Id="R3e9e0785acda487a" /><Relationship Type="http://schemas.openxmlformats.org/officeDocument/2006/relationships/slide" Target="/ppt/slides/slide2.xml" Id="R83652f13bcb04cbc" /><Relationship Type="http://schemas.openxmlformats.org/officeDocument/2006/relationships/slide" Target="/ppt/slides/slide3.xml" Id="R03aca43a3ad1447b" /><Relationship Type="http://schemas.openxmlformats.org/officeDocument/2006/relationships/slide" Target="/ppt/slides/slide4.xml" Id="R161804eadc734625" /><Relationship Type="http://schemas.openxmlformats.org/officeDocument/2006/relationships/slide" Target="/ppt/slides/slide5.xml" Id="Ra58a127edc5a4add" /><Relationship Type="http://schemas.openxmlformats.org/officeDocument/2006/relationships/slide" Target="/ppt/slides/slide6.xml" Id="Rf52f4ef3a8584b3c" /><Relationship Type="http://schemas.openxmlformats.org/officeDocument/2006/relationships/slide" Target="/ppt/slides/slide7.xml" Id="R06a0f7c91e7c4dce" /><Relationship Type="http://schemas.openxmlformats.org/officeDocument/2006/relationships/slide" Target="/ppt/slides/slide8.xml" Id="R99a5981f8ac741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9f7a4213b540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c373bd08fe4c21" /><Relationship Type="http://schemas.openxmlformats.org/officeDocument/2006/relationships/notesMaster" Target="/ppt/notesMasters/notesMaster1.xml" Id="R052a642fa41044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8de1ec3b6f4540" /><Relationship Type="http://schemas.openxmlformats.org/officeDocument/2006/relationships/notesMaster" Target="/ppt/notesMasters/notesMaster1.xml" Id="Rcf5cb4ef40f64c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b067ed43794ebf" /><Relationship Type="http://schemas.openxmlformats.org/officeDocument/2006/relationships/notesMaster" Target="/ppt/notesMasters/notesMaster1.xml" Id="R91125863dc5a4b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5f503cd6e34d00" /><Relationship Type="http://schemas.openxmlformats.org/officeDocument/2006/relationships/notesMaster" Target="/ppt/notesMasters/notesMaster1.xml" Id="R0cfd2a1056c840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69ac8d5686484f" /><Relationship Type="http://schemas.openxmlformats.org/officeDocument/2006/relationships/notesMaster" Target="/ppt/notesMasters/notesMaster1.xml" Id="Rfbf5eb6a74464e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a22a8de0ae4f4e" /><Relationship Type="http://schemas.openxmlformats.org/officeDocument/2006/relationships/notesMaster" Target="/ppt/notesMasters/notesMaster1.xml" Id="R1a4d4ebc5b8341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6e182faa064a68" /><Relationship Type="http://schemas.openxmlformats.org/officeDocument/2006/relationships/notesMaster" Target="/ppt/notesMasters/notesMaster1.xml" Id="Rcc4a4d1a6b4a4d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4d2c49f19f4465" /><Relationship Type="http://schemas.openxmlformats.org/officeDocument/2006/relationships/notesMaster" Target="/ppt/notesMasters/notesMaster1.xml" Id="Rc26cc13345c54e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README.md; docs/sources/lct2026-task9-2026-09-15/task-9-specification.pdf.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README.md; docs/architecture.md; docs/decisions/2026-09-24_training-loop.md.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Личные данные намеренно не добавлены. Используйте только зарегистрированные сведения после согласия участников.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README.md; docs/offer-session-protocol.md; backend/tests/test_release_semantic_safety.py.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docs/architecture.md; docs/api.md; docs/human-training-guide.md.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AGENTS.md; docs/architecture.md; docs/offer-session-protocol.md.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изображений: реальные локальные экраны template-only стенда, 2026-09-27. Результат 26 относится к конкретному тестовому пути и не является метрикой эффективности обучения.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docs/plans/14_reach-90-plus.md; docs/release/template-stand-runbook.md. Внешняя публикация и стенд остаются действиями владельца.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ac53a0dc344ff" /><Relationship Type="http://schemas.openxmlformats.org/officeDocument/2006/relationships/image" Target="/ppt/media/image2.png" Id="R4ffd5af21ef844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a742b8fb5e4b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a1e4263844c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8a88b97fb46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d2171a0d704f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a527f65c1d42d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bb1df539f44a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c024161f1b44f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9d0a98da2d41e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72dc76cec54f7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55fdc578534fe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97f390ee840f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76226fbef4f9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9c3a5ba1e402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7e9d51c8c3438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0e2e2fd0749b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2fe9709aef425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18b77e9114c58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48982628b49b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5b8c8532d84a85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ae2aef831490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3db1a3fcdd445e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ac95663aa4037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4ffd5af21ef844e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ns0:sldLayout xmlns:ns0="http://schemas.openxmlformats.org/presentationml/2006/main" xmlns:ns1="http://schemas.openxmlformats.org/drawingml/2006/main" xmlns:ns2="http://schemas.microsoft.com/office/drawing/2014/main" preserve="1" userDrawn="1">
  <ns0:cSld name="Стадии">
    <ns0:spTree>
      <ns0:nvGrpSpPr>
        <ns0:cNvPr id="1" name=""/>
        <ns0:cNvGrpSpPr/>
        <ns0:nvPr/>
      </ns0:nvGrpSpPr>
      <ns0:grpSpPr>
        <ns1:xfrm/>
      </ns0:grpSpPr>
      <ns0:sp>
        <ns0:nvSpPr>
          <ns0:cNvPr id="5" name="Дата 3">
            <ns1:extLst>
              <ns1:ext uri="{FF2B5EF4-FFF2-40B4-BE49-F238E27FC236}">
                <ns2:creationId id="{916B7A0B-21BC-45FE-AFF7-52F34B6D0F83}"/>
              </ns1:ext>
            </ns1:extLst>
          </ns0:cNvPr>
          <ns0:cNvSpPr>
            <ns1:spLocks noGrp="1"/>
          </ns0:cNvSpPr>
          <ns0:nvPr>
            <ns0:ph type="dt" idx="2"/>
          </ns0:nvPr>
        </ns0:nvSpPr>
        <ns0:spPr>
          <ns1:xfrm>
            <ns1:off x="306390" y="6356362"/>
            <ns1:ext cx="1047663" cy="365125"/>
          </ns1:xfrm>
          <ns1:prstGeom prst="rect">
            <ns1:avLst/>
          </ns1:prstGeom>
        </ns0:spPr>
        <ns0:txBody>
          <ns1:bodyPr vert="horz" lIns="91440" tIns="45720" rIns="91440" bIns="45720" anchor="ctr"/>
          <ns1:lstStyle>
            <ns1:lvl1pPr algn="l">
              <ns1:buNone/>
              <ns1:defRPr sz="760">
                <ns1:solidFill>
                  <ns1:schemeClr val="bg1">
                    <ns1:lumMod val="95000"/>
                  </ns1:schemeClr>
                </ns1:solidFill>
              </ns1:defRPr>
            </ns1:lvl1pPr>
          </ns1:lstStyle>
          <ns1:p>
            <ns1:fld id="{D52F0272-0FEA-44CE-966E-3D169B2F53D4}" type="datetime1">
              <ns1:t>14.09.2026</ns1:t>
            </ns1:fld>
            <ns1:endParaRPr/>
          </ns1:p>
        </ns0:txBody>
      </ns0:sp>
      <ns0:sp>
        <ns0:nvSpPr>
          <ns0:cNvPr id="6" name="Нижний колонтитул 4">
            <ns1:extLst>
              <ns1:ext uri="{FF2B5EF4-FFF2-40B4-BE49-F238E27FC236}">
                <ns2:creationId id="{6D393D3D-D368-4E15-8F2F-7A07229A98A8}"/>
              </ns1:ext>
            </ns1:extLst>
          </ns0:cNvPr>
          <ns0:cNvSpPr>
            <ns1:spLocks noGrp="1"/>
          </ns0:cNvSpPr>
          <ns0:nvPr>
            <ns0:ph type="ftr" idx="3"/>
          </ns0:nvPr>
        </ns0:nvSpPr>
        <ns0:spPr>
          <ns1:xfrm>
            <ns1:off x="1459571" y="6356362"/>
            <ns1:ext cx="9574782" cy="365125"/>
          </ns1:xfrm>
          <ns1:prstGeom prst="rect">
            <ns1:avLst/>
          </ns1:prstGeom>
        </ns0:spPr>
        <ns0:txBody>
          <ns1:bodyPr vert="horz" lIns="91440" tIns="45720" rIns="91440" bIns="45720" anchor="ctr"/>
          <ns1:lstStyle>
            <ns1:lvl1pPr algn="ctr">
              <ns1:buNone/>
              <ns1:defRPr sz="760">
                <ns1:solidFill>
                  <ns1:schemeClr val="bg1">
                    <ns1:lumMod val="95000"/>
                  </ns1:schemeClr>
                </ns1:solidFill>
              </ns1:defRPr>
            </ns1:lvl1pPr>
          </ns1:lstStyle>
          <ns1:p>
            <ns1:endParaRPr/>
          </ns1:p>
        </ns0:txBody>
      </ns0:sp>
      <ns0:sp>
        <ns0:nvSpPr>
          <ns0:cNvPr id="7" name="Номер слайда 5">
            <ns1:extLst>
              <ns1:ext uri="{FF2B5EF4-FFF2-40B4-BE49-F238E27FC236}">
                <ns2:creationId id="{0F5F999C-FF8F-49FD-8575-A50C0300C4F5}"/>
              </ns1:ext>
            </ns1:extLst>
          </ns0:cNvPr>
          <ns0:cNvSpPr>
            <ns1:spLocks noGrp="1"/>
          </ns0:cNvSpPr>
          <ns0:nvPr>
            <ns0:ph type="sldNum" idx="4"/>
          </ns0:nvPr>
        </ns0:nvSpPr>
        <ns0:spPr>
          <ns1:xfrm>
            <ns1:off x="11413507" y="6356358"/>
            <ns1:ext cx="559119" cy="365125"/>
          </ns1:xfrm>
          <ns1:prstGeom prst="rect">
            <ns1:avLst/>
          </ns1:prstGeom>
        </ns0:spPr>
        <ns0:txBody>
          <ns1:bodyPr vert="horz" lIns="91440" tIns="45720" rIns="91440" bIns="45720" anchor="ctr"/>
          <ns1:lstStyle>
            <ns1:lvl1pPr algn="ctr">
              <ns1:buNone/>
              <ns1:defRPr sz="1200">
                <ns1:solidFill>
                  <ns1:schemeClr val="bg1">
                    <ns1:lumMod val="95000"/>
                  </ns1:schemeClr>
                </ns1:solidFill>
              </ns1:defRPr>
            </ns1:lvl1pPr>
          </ns1:lstStyle>
          <ns1:p>
            <ns1:fld id="{52DCC5B9-D646-4B76-891F-6FF4E74E9CB4}" type="slidenum">
              <ns1:t>‹#›</ns1:t>
            </ns1:fld>
            <ns1:endParaRPr/>
          </ns1:p>
        </ns0:txBody>
      </ns0:sp>
      <ns0:sp>
        <ns0:nvSpPr>
          <ns0:cNvPr id="8" name="Текст 35">
            <ns1:extLst>
              <ns1:ext uri="{FF2B5EF4-FFF2-40B4-BE49-F238E27FC236}">
                <ns2:creationId id="{BE583EE3-33C6-4FCC-9F56-28AB0B4FCAD9}"/>
              </ns1:ext>
            </ns1:extLst>
          </ns0:cNvPr>
          <ns0:cNvSpPr>
            <ns1:spLocks noGrp="1"/>
          </ns0:cNvSpPr>
          <ns0:nvPr>
            <ns0:ph type="body" idx="26"/>
          </ns0:nvPr>
        </ns0:nvSpPr>
        <ns0:spPr>
          <ns1:xfrm>
            <ns1:off x="346075" y="1024937"/>
            <ns1:ext cx="2526079" cy="1476687"/>
          </ns1:xfrm>
          <ns1:prstGeom prst="roundRect">
            <ns1:avLst>
              <ns1:gd name="adj" fmla="val 15887"/>
            </ns1:avLst>
          </ns1:prstGeom>
          <ns1:gradFill>
            <ns1:gsLst>
              <ns1:gs pos="0">
                <ns1:schemeClr val="accent1">
                  <ns1:lumMod val="5000"/>
                  <ns1:lumOff val="95000"/>
                  <ns1:alpha val="20000"/>
                </ns1:schemeClr>
              </ns1:gs>
              <ns1:gs pos="100000">
                <ns1:schemeClr val="bg1">
                  <ns1:alpha val="0"/>
                </ns1:schemeClr>
              </ns1:gs>
            </ns1:gsLst>
            <ns1:lin ang="5400000" scaled="1"/>
          </ns1:gradFill>
        </ns0:spPr>
        <ns0:txBody>
          <ns1:bodyPr>
            <ns1:noAutofit/>
          </ns1:bodyPr>
          <ns1:lstStyle>
            <ns1:lvl1pPr>
              <ns1:buNone/>
              <ns1:defRPr sz="1600" b="1">
                <ns1:solidFill>
                  <ns1:schemeClr val="accent2"/>
                </ns1:solidFill>
              </ns1:defRPr>
            </ns1:lvl1pPr>
          </ns1:lstStyle>
          <ns1:p>
            <ns1:pPr lvl="0">
              <ns1:buNone/>
            </ns1:pPr>
            <ns1:r>
              <ns1:t/>
            </ns1:r>
          </ns1:p>
        </ns0:txBody>
      </ns0:sp>
      <ns0:sp>
        <ns0:nvSpPr>
          <ns0:cNvPr id="9" name="Текст 35">
            <ns1:extLst>
              <ns1:ext uri="{FF2B5EF4-FFF2-40B4-BE49-F238E27FC236}">
                <ns2:creationId id="{AFEBE25F-FFFE-4B9D-94E7-7A69C7B0D747}"/>
              </ns1:ext>
            </ns1:extLst>
          </ns0:cNvPr>
          <ns0:cNvSpPr>
            <ns1:spLocks noGrp="1"/>
          </ns0:cNvSpPr>
          <ns0:nvPr>
            <ns0:ph type="body" idx="27"/>
          </ns0:nvPr>
        </ns0:nvSpPr>
        <ns0:spPr>
          <ns1:xfrm>
            <ns1:off x="346075" y="1380939"/>
            <ns1:ext cx="2526079" cy="1120685"/>
          </ns1:xfrm>
          <ns1:prstGeom prst="rect">
            <ns1:avLst/>
          </ns1:prstGeom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/>
            </ns1:r>
          </ns1:p>
        </ns0:txBody>
      </ns0:sp>
      <ns0:sp>
        <ns0:nvSpPr>
          <ns0:cNvPr id="72" name="Текст 35">
            <ns1:extLst>
              <ns1:ext uri="{FF2B5EF4-FFF2-40B4-BE49-F238E27FC236}">
                <ns2:creationId id="{3E63DE62-DFB7-44A9-A85D-B687FAE797DC}"/>
              </ns1:ext>
            </ns1:extLst>
          </ns0:cNvPr>
          <ns0:cNvSpPr>
            <ns1:spLocks noGrp="1"/>
          </ns0:cNvSpPr>
          <ns0:nvPr>
            <ns0:ph type="body" idx="28"/>
          </ns0:nvPr>
        </ns0:nvSpPr>
        <ns0:spPr>
          <ns1:xfrm>
            <ns1:off x="4832960" y="1024937"/>
            <ns1:ext cx="2526079" cy="1476687"/>
          </ns1:xfrm>
          <ns1:prstGeom prst="roundRect">
            <ns1:avLst>
              <ns1:gd name="adj" fmla="val 15887"/>
            </ns1:avLst>
          </ns1:prstGeom>
          <ns1:gradFill>
            <ns1:gsLst>
              <ns1:gs pos="0">
                <ns1:schemeClr val="accent1">
                  <ns1:lumMod val="5000"/>
                  <ns1:lumOff val="95000"/>
                  <ns1:alpha val="20000"/>
                </ns1:schemeClr>
              </ns1:gs>
              <ns1:gs pos="100000">
                <ns1:schemeClr val="bg1">
                  <ns1:alpha val="0"/>
                </ns1:schemeClr>
              </ns1:gs>
            </ns1:gsLst>
            <ns1:lin ang="5400000" scaled="1"/>
          </ns1:gradFill>
        </ns0:spPr>
        <ns0:txBody>
          <ns1:bodyPr>
            <ns1:noAutofit/>
          </ns1:bodyPr>
          <ns1:lstStyle>
            <ns1:lvl1pPr>
              <ns1:buNone/>
              <ns1:defRPr sz="1600" b="1">
                <ns1:solidFill>
                  <ns1:schemeClr val="accent2"/>
                </ns1:solidFill>
              </ns1:defRPr>
            </ns1:lvl1pPr>
          </ns1:lstStyle>
          <ns1:p>
            <ns1:pPr lvl="0">
              <ns1:buNone/>
            </ns1:pPr>
            <ns1:r>
              <ns1:t/>
            </ns1:r>
          </ns1:p>
        </ns0:txBody>
      </ns0:sp>
      <ns0:sp>
        <ns0:nvSpPr>
          <ns0:cNvPr id="73" name="Текст 35">
            <ns1:extLst>
              <ns1:ext uri="{FF2B5EF4-FFF2-40B4-BE49-F238E27FC236}">
                <ns2:creationId id="{65791B9B-D32F-4C66-AD0A-B1F3CB6B2B21}"/>
              </ns1:ext>
            </ns1:extLst>
          </ns0:cNvPr>
          <ns0:cNvSpPr>
            <ns1:spLocks noGrp="1"/>
          </ns0:cNvSpPr>
          <ns0:nvPr>
            <ns0:ph type="body" idx="29"/>
          </ns0:nvPr>
        </ns0:nvSpPr>
        <ns0:spPr>
          <ns1:xfrm>
            <ns1:off x="4832960" y="1380939"/>
            <ns1:ext cx="2526079" cy="1120685"/>
          </ns1:xfrm>
          <ns1:prstGeom prst="rect">
            <ns1:avLst/>
          </ns1:prstGeom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/>
            </ns1:r>
          </ns1:p>
        </ns0:txBody>
      </ns0:sp>
      <ns0:sp>
        <ns0:nvSpPr>
          <ns0:cNvPr id="74" name="Текст 35">
            <ns1:extLst>
              <ns1:ext uri="{FF2B5EF4-FFF2-40B4-BE49-F238E27FC236}">
                <ns2:creationId id="{3052024B-27A5-4D0B-A7E7-5161FB0ED379}"/>
              </ns1:ext>
            </ns1:extLst>
          </ns0:cNvPr>
          <ns0:cNvSpPr>
            <ns1:spLocks noGrp="1"/>
          </ns0:cNvSpPr>
          <ns0:nvPr>
            <ns0:ph type="body" idx="30"/>
          </ns0:nvPr>
        </ns0:nvSpPr>
        <ns0:spPr>
          <ns1:xfrm>
            <ns1:off x="9330862" y="1024937"/>
            <ns1:ext cx="2526079" cy="1476687"/>
          </ns1:xfrm>
          <ns1:prstGeom prst="roundRect">
            <ns1:avLst>
              <ns1:gd name="adj" fmla="val 15887"/>
            </ns1:avLst>
          </ns1:prstGeom>
          <ns1:gradFill>
            <ns1:gsLst>
              <ns1:gs pos="0">
                <ns1:schemeClr val="accent1">
                  <ns1:lumMod val="5000"/>
                  <ns1:lumOff val="95000"/>
                  <ns1:alpha val="20000"/>
                </ns1:schemeClr>
              </ns1:gs>
              <ns1:gs pos="100000">
                <ns1:schemeClr val="bg1">
                  <ns1:alpha val="0"/>
                </ns1:schemeClr>
              </ns1:gs>
            </ns1:gsLst>
            <ns1:lin ang="5400000" scaled="1"/>
          </ns1:gradFill>
        </ns0:spPr>
        <ns0:txBody>
          <ns1:bodyPr>
            <ns1:noAutofit/>
          </ns1:bodyPr>
          <ns1:lstStyle>
            <ns1:lvl1pPr>
              <ns1:buNone/>
              <ns1:defRPr sz="1600" b="1">
                <ns1:solidFill>
                  <ns1:schemeClr val="accent2"/>
                </ns1:solidFill>
              </ns1:defRPr>
            </ns1:lvl1pPr>
          </ns1:lstStyle>
          <ns1:p>
            <ns1:pPr lvl="0">
              <ns1:buNone/>
            </ns1:pPr>
            <ns1:r>
              <ns1:t/>
            </ns1:r>
          </ns1:p>
        </ns0:txBody>
      </ns0:sp>
      <ns0:sp>
        <ns0:nvSpPr>
          <ns0:cNvPr id="75" name="Текст 35">
            <ns1:extLst>
              <ns1:ext uri="{FF2B5EF4-FFF2-40B4-BE49-F238E27FC236}">
                <ns2:creationId id="{9DFC47B0-ECC1-49CE-99A3-DC05480669A7}"/>
              </ns1:ext>
            </ns1:extLst>
          </ns0:cNvPr>
          <ns0:cNvSpPr>
            <ns1:spLocks noGrp="1"/>
          </ns0:cNvSpPr>
          <ns0:nvPr>
            <ns0:ph type="body" idx="31"/>
          </ns0:nvPr>
        </ns0:nvSpPr>
        <ns0:spPr>
          <ns1:xfrm>
            <ns1:off x="9330862" y="1380939"/>
            <ns1:ext cx="2526079" cy="1120685"/>
          </ns1:xfrm>
          <ns1:prstGeom prst="rect">
            <ns1:avLst/>
          </ns1:prstGeom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/>
            </ns1:r>
          </ns1:p>
        </ns0:txBody>
      </ns0:sp>
      <ns0:sp>
        <ns0:nvSpPr>
          <ns0:cNvPr id="76" name="Текст 35">
            <ns1:extLst>
              <ns1:ext uri="{FF2B5EF4-FFF2-40B4-BE49-F238E27FC236}">
                <ns2:creationId id="{3B86BD35-3919-4E07-B138-AAF7CFF7DF02}"/>
              </ns1:ext>
            </ns1:extLst>
          </ns0:cNvPr>
          <ns0:cNvSpPr>
            <ns1:spLocks noGrp="1"/>
          </ns0:cNvSpPr>
          <ns0:nvPr>
            <ns0:ph type="body" idx="32"/>
          </ns0:nvPr>
        </ns0:nvSpPr>
        <ns0:spPr>
          <ns1:xfrm>
            <ns1:off x="2593517" y="4358152"/>
            <ns1:ext cx="2526079" cy="1476687"/>
          </ns1:xfrm>
          <ns1:prstGeom prst="roundRect">
            <ns1:avLst>
              <ns1:gd name="adj" fmla="val 15887"/>
            </ns1:avLst>
          </ns1:prstGeom>
          <ns1:gradFill>
            <ns1:gsLst>
              <ns1:gs pos="0">
                <ns1:schemeClr val="accent1">
                  <ns1:lumMod val="5000"/>
                  <ns1:lumOff val="95000"/>
                  <ns1:alpha val="20000"/>
                </ns1:schemeClr>
              </ns1:gs>
              <ns1:gs pos="100000">
                <ns1:schemeClr val="bg1">
                  <ns1:alpha val="0"/>
                </ns1:schemeClr>
              </ns1:gs>
            </ns1:gsLst>
            <ns1:lin ang="5400000" scaled="1"/>
          </ns1:gradFill>
        </ns0:spPr>
        <ns0:txBody>
          <ns1:bodyPr>
            <ns1:noAutofit/>
          </ns1:bodyPr>
          <ns1:lstStyle>
            <ns1:lvl1pPr>
              <ns1:buNone/>
              <ns1:defRPr sz="1600" b="1">
                <ns1:solidFill>
                  <ns1:schemeClr val="accent2"/>
                </ns1:solidFill>
              </ns1:defRPr>
            </ns1:lvl1pPr>
          </ns1:lstStyle>
          <ns1:p>
            <ns1:pPr lvl="0">
              <ns1:buNone/>
            </ns1:pPr>
            <ns1:r>
              <ns1:t/>
            </ns1:r>
          </ns1:p>
        </ns0:txBody>
      </ns0:sp>
      <ns0:sp>
        <ns0:nvSpPr>
          <ns0:cNvPr id="77" name="Текст 35">
            <ns1:extLst>
              <ns1:ext uri="{FF2B5EF4-FFF2-40B4-BE49-F238E27FC236}">
                <ns2:creationId id="{10D94F19-5929-4A71-8C96-769ED6DD0BAE}"/>
              </ns1:ext>
            </ns1:extLst>
          </ns0:cNvPr>
          <ns0:cNvSpPr>
            <ns1:spLocks noGrp="1"/>
          </ns0:cNvSpPr>
          <ns0:nvPr>
            <ns0:ph type="body" idx="33"/>
          </ns0:nvPr>
        </ns0:nvSpPr>
        <ns0:spPr>
          <ns1:xfrm>
            <ns1:off x="2593517" y="4714154"/>
            <ns1:ext cx="2526079" cy="1120685"/>
          </ns1:xfrm>
          <ns1:prstGeom prst="rect">
            <ns1:avLst/>
          </ns1:prstGeom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/>
            </ns1:r>
          </ns1:p>
        </ns0:txBody>
      </ns0:sp>
      <ns0:sp>
        <ns0:nvSpPr>
          <ns0:cNvPr id="78" name="Текст 35">
            <ns1:extLst>
              <ns1:ext uri="{FF2B5EF4-FFF2-40B4-BE49-F238E27FC236}">
                <ns2:creationId id="{D84303F2-08F5-497F-BC9B-59F70995863F}"/>
              </ns1:ext>
            </ns1:extLst>
          </ns0:cNvPr>
          <ns0:cNvSpPr>
            <ns1:spLocks noGrp="1"/>
          </ns0:cNvSpPr>
          <ns0:nvPr>
            <ns0:ph type="body" idx="34"/>
          </ns0:nvPr>
        </ns0:nvSpPr>
        <ns0:spPr>
          <ns1:xfrm>
            <ns1:off x="7080402" y="4358152"/>
            <ns1:ext cx="2526079" cy="1476687"/>
          </ns1:xfrm>
          <ns1:prstGeom prst="roundRect">
            <ns1:avLst>
              <ns1:gd name="adj" fmla="val 15887"/>
            </ns1:avLst>
          </ns1:prstGeom>
          <ns1:gradFill>
            <ns1:gsLst>
              <ns1:gs pos="0">
                <ns1:schemeClr val="accent1">
                  <ns1:lumMod val="5000"/>
                  <ns1:lumOff val="95000"/>
                  <ns1:alpha val="20000"/>
                </ns1:schemeClr>
              </ns1:gs>
              <ns1:gs pos="100000">
                <ns1:schemeClr val="bg1">
                  <ns1:alpha val="0"/>
                </ns1:schemeClr>
              </ns1:gs>
            </ns1:gsLst>
            <ns1:lin ang="5400000" scaled="1"/>
          </ns1:gradFill>
        </ns0:spPr>
        <ns0:txBody>
          <ns1:bodyPr>
            <ns1:noAutofit/>
          </ns1:bodyPr>
          <ns1:lstStyle>
            <ns1:lvl1pPr>
              <ns1:buNone/>
              <ns1:defRPr sz="1600" b="1">
                <ns1:solidFill>
                  <ns1:schemeClr val="accent2"/>
                </ns1:solidFill>
              </ns1:defRPr>
            </ns1:lvl1pPr>
          </ns1:lstStyle>
          <ns1:p>
            <ns1:pPr lvl="0">
              <ns1:buNone/>
            </ns1:pPr>
            <ns1:r>
              <ns1:t/>
            </ns1:r>
          </ns1:p>
        </ns0:txBody>
      </ns0:sp>
      <ns0:sp>
        <ns0:nvSpPr>
          <ns0:cNvPr id="79" name="Текст 35">
            <ns1:extLst>
              <ns1:ext uri="{FF2B5EF4-FFF2-40B4-BE49-F238E27FC236}">
                <ns2:creationId id="{EA5C32CD-4539-4313-8B67-943CB8F5EBD9}"/>
              </ns1:ext>
            </ns1:extLst>
          </ns0:cNvPr>
          <ns0:cNvSpPr>
            <ns1:spLocks noGrp="1"/>
          </ns0:cNvSpPr>
          <ns0:nvPr>
            <ns0:ph type="body" idx="35"/>
          </ns0:nvPr>
        </ns0:nvSpPr>
        <ns0:spPr>
          <ns1:xfrm>
            <ns1:off x="7080402" y="4714154"/>
            <ns1:ext cx="2526079" cy="1120685"/>
          </ns1:xfrm>
          <ns1:prstGeom prst="rect">
            <ns1:avLst/>
          </ns1:prstGeom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/>
            </ns1:r>
          </ns1:p>
        </ns0:txBody>
      </ns0:sp>
      <ns0:sp>
        <ns0:nvSpPr>
          <ns0:cNvPr id="100" name="Заголовок 1">
            <ns1:extLst>
              <ns1:ext uri="{FF2B5EF4-FFF2-40B4-BE49-F238E27FC236}">
                <ns2:creationId id="{6641864C-9659-45A2-A61F-BB1A3067B16A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384256" y="421226"/>
            <ns1:ext cx="9862734" cy="376138"/>
          </ns1:xfrm>
          <ns1:prstGeom prst="rect">
            <ns1:avLst/>
          </ns1:prstGeom>
        </ns0:spPr>
        <ns0:txBody>
          <ns1:bodyPr vert="horz" lIns="91440" tIns="45720" rIns="91440" bIns="45720" anchor="b">
            <ns1:noAutofit/>
          </ns1:bodyPr>
          <ns1:lstStyle/>
          <ns1:p>
            <ns1:r>
              <ns1:t>ОБРАЗЕЦ ЗАГОЛОВКА</ns1:t>
            </ns1:r>
          </ns1:p>
        </ns0:txBody>
      </ns0:sp>
    </ns0:spTree>
  </ns0:cSld>
</ns0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94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901f002d7f7f45e9" /><Relationship Type="http://schemas.openxmlformats.org/officeDocument/2006/relationships/theme" Target="/ppt/slideMasters/theme/theme2.xml" Id="R658d6b288d844592" /><Relationship Type="http://schemas.openxmlformats.org/officeDocument/2006/relationships/slideLayout" Target="/ppt/slideLayouts/slideLayout1.xml" Id="Rca792e7e780f4e01" /><Relationship Type="http://schemas.openxmlformats.org/officeDocument/2006/relationships/slideLayout" Target="/ppt/slideLayouts/slideLayout2.xml" Id="R21f28df64a3e4b0d" /><Relationship Type="http://schemas.openxmlformats.org/officeDocument/2006/relationships/slideLayout" Target="/ppt/slideLayouts/slideLayout3.xml" Id="R480391874bc74721" /><Relationship Type="http://schemas.openxmlformats.org/officeDocument/2006/relationships/slideLayout" Target="/ppt/slideLayouts/slideLayout4.xml" Id="R3868fedefc2d49f3" /><Relationship Type="http://schemas.openxmlformats.org/officeDocument/2006/relationships/slideLayout" Target="/ppt/slideLayouts/slideLayout5.xml" Id="R4cae1662f3994cad" /><Relationship Type="http://schemas.openxmlformats.org/officeDocument/2006/relationships/slideLayout" Target="/ppt/slideLayouts/slideLayout6.xml" Id="R655c2b4875ed46a0" /><Relationship Type="http://schemas.openxmlformats.org/officeDocument/2006/relationships/slideLayout" Target="/ppt/slideLayouts/slideLayout7.xml" Id="R5ae549800afb453d" /><Relationship Type="http://schemas.openxmlformats.org/officeDocument/2006/relationships/slideLayout" Target="/ppt/slideLayouts/slideLayout8.xml" Id="Rd7985c2295304d27" /><Relationship Type="http://schemas.openxmlformats.org/officeDocument/2006/relationships/slideLayout" Target="/ppt/slideLayouts/slideLayout9.xml" Id="R42c35da2d68b4d29" /><Relationship Type="http://schemas.openxmlformats.org/officeDocument/2006/relationships/slideLayout" Target="/ppt/slideLayouts/slideLayout10.xml" Id="R3b198af71ce84944" /><Relationship Type="http://schemas.openxmlformats.org/officeDocument/2006/relationships/slideLayout" Target="/ppt/slideLayouts/slideLayout11.xml" Id="R86f7cc97f6844b36" /><Relationship Type="http://schemas.openxmlformats.org/officeDocument/2006/relationships/slideLayout" Target="/ppt/slideLayouts/slideLayout12.xml" Id="Ra5ef4170927041c4" /><Relationship Type="http://schemas.openxmlformats.org/officeDocument/2006/relationships/slideLayout" Target="/ppt/slideLayouts/slideLayout13.xml" Id="Re9a52eb7c1134ee4" /><Relationship Type="http://schemas.openxmlformats.org/officeDocument/2006/relationships/slideLayout" Target="/ppt/slideLayouts/slideLayout14.xml" Id="Rf8e5163b90794c2a" /><Relationship Type="http://schemas.openxmlformats.org/officeDocument/2006/relationships/slideLayout" Target="/ppt/slideLayouts/slideLayout15.xml" Id="Rc2fb3f9e3924478b" /><Relationship Type="http://schemas.openxmlformats.org/officeDocument/2006/relationships/slideLayout" Target="/ppt/slideLayouts/slideLayout16.xml" Id="R07fed56f30e34cd8" /><Relationship Type="http://schemas.openxmlformats.org/officeDocument/2006/relationships/slideLayout" Target="/ppt/slideLayouts/slideLayout17.xml" Id="Rc2a40dd09e7246f5" /><Relationship Type="http://schemas.openxmlformats.org/officeDocument/2006/relationships/slideLayout" Target="/ppt/slideLayouts/slideLayout18.xml" Id="R4cd36a11ee164476" /><Relationship Type="http://schemas.openxmlformats.org/officeDocument/2006/relationships/slideLayout" Target="/ppt/slideLayouts/slideLayout19.xml" Id="R096f0ed92afc484a" /><Relationship Type="http://schemas.openxmlformats.org/officeDocument/2006/relationships/slideLayout" Target="/ppt/slideLayouts/slideLayout20.xml" Id="Rafbc6014cfb14c29" /><Relationship Type="http://schemas.openxmlformats.org/officeDocument/2006/relationships/slideLayout" Target="/ppt/slideLayouts/slideLayout21.xml" Id="R449ea10a21d94892" /><Relationship Type="http://schemas.openxmlformats.org/officeDocument/2006/relationships/slideLayout" Target="/ppt/slideLayouts/slideLayout22.xml" Id="Rc72c416b96a04468" /><Relationship Type="http://schemas.openxmlformats.org/officeDocument/2006/relationships/slideLayout" Target="/ppt/slideLayouts/slideLayout23.xml" Id="R54d14870dbbd4d9d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01f002d7f7f45e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792e7e780f4e01"/>
    <p:sldLayoutId xmlns:r="http://schemas.openxmlformats.org/officeDocument/2006/relationships" id="2147483650" r:id="R21f28df64a3e4b0d"/>
    <p:sldLayoutId xmlns:r="http://schemas.openxmlformats.org/officeDocument/2006/relationships" id="2147483651" r:id="R480391874bc74721"/>
    <p:sldLayoutId xmlns:r="http://schemas.openxmlformats.org/officeDocument/2006/relationships" id="2147483652" r:id="R3868fedefc2d49f3"/>
    <p:sldLayoutId xmlns:r="http://schemas.openxmlformats.org/officeDocument/2006/relationships" id="2147483653" r:id="R4cae1662f3994cad"/>
    <p:sldLayoutId xmlns:r="http://schemas.openxmlformats.org/officeDocument/2006/relationships" id="2147483654" r:id="R655c2b4875ed46a0"/>
    <p:sldLayoutId xmlns:r="http://schemas.openxmlformats.org/officeDocument/2006/relationships" id="2147483655" r:id="R5ae549800afb453d"/>
    <p:sldLayoutId xmlns:r="http://schemas.openxmlformats.org/officeDocument/2006/relationships" id="2147483656" r:id="Rd7985c2295304d27"/>
    <p:sldLayoutId xmlns:r="http://schemas.openxmlformats.org/officeDocument/2006/relationships" id="2147483657" r:id="R42c35da2d68b4d29"/>
    <p:sldLayoutId xmlns:r="http://schemas.openxmlformats.org/officeDocument/2006/relationships" id="2147483658" r:id="R3b198af71ce84944"/>
    <p:sldLayoutId xmlns:r="http://schemas.openxmlformats.org/officeDocument/2006/relationships" id="2147483659" r:id="R86f7cc97f6844b36"/>
    <p:sldLayoutId xmlns:r="http://schemas.openxmlformats.org/officeDocument/2006/relationships" id="2147483660" r:id="Ra5ef4170927041c4"/>
    <p:sldLayoutId xmlns:r="http://schemas.openxmlformats.org/officeDocument/2006/relationships" id="2147483661" r:id="Re9a52eb7c1134ee4"/>
    <p:sldLayoutId xmlns:r="http://schemas.openxmlformats.org/officeDocument/2006/relationships" id="2147483662" r:id="Rf8e5163b90794c2a"/>
    <p:sldLayoutId xmlns:r="http://schemas.openxmlformats.org/officeDocument/2006/relationships" id="2147483663" r:id="Rc2fb3f9e3924478b"/>
    <p:sldLayoutId xmlns:r="http://schemas.openxmlformats.org/officeDocument/2006/relationships" id="2147483664" r:id="R07fed56f30e34cd8"/>
    <p:sldLayoutId xmlns:r="http://schemas.openxmlformats.org/officeDocument/2006/relationships" id="2147483665" r:id="Rc2a40dd09e7246f5"/>
    <p:sldLayoutId xmlns:r="http://schemas.openxmlformats.org/officeDocument/2006/relationships" id="2147483666" r:id="R4cd36a11ee164476"/>
    <p:sldLayoutId xmlns:r="http://schemas.openxmlformats.org/officeDocument/2006/relationships" id="2147483667" r:id="R096f0ed92afc484a"/>
    <p:sldLayoutId xmlns:r="http://schemas.openxmlformats.org/officeDocument/2006/relationships" id="2147483668" r:id="Rafbc6014cfb14c29"/>
    <p:sldLayoutId xmlns:r="http://schemas.openxmlformats.org/officeDocument/2006/relationships" id="2147483669" r:id="R449ea10a21d94892"/>
    <p:sldLayoutId xmlns:r="http://schemas.openxmlformats.org/officeDocument/2006/relationships" id="2147483670" r:id="Rc72c416b96a04468"/>
    <p:sldLayoutId xmlns:r="http://schemas.openxmlformats.org/officeDocument/2006/relationships" id="2147483671" r:id="R54d14870dbbd4d9d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ed7bf412342d9" /><Relationship Type="http://schemas.openxmlformats.org/officeDocument/2006/relationships/image" Target="/ppt/media/image3.png" Id="Rabd47650b9134fc3" /><Relationship Type="http://schemas.openxmlformats.org/officeDocument/2006/relationships/notesSlide" Target="/ppt/notesSlides/notesSlide1.xml" Id="R85243a14d18441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a36ff1397c404a" /><Relationship Type="http://schemas.openxmlformats.org/officeDocument/2006/relationships/image" Target="/ppt/media/image4.png" Id="R221e747f752c466d" /><Relationship Type="http://schemas.openxmlformats.org/officeDocument/2006/relationships/image" Target="/ppt/media/image5.png" Id="R4cc156fbe4f846d3" /><Relationship Type="http://schemas.openxmlformats.org/officeDocument/2006/relationships/notesSlide" Target="/ppt/notesSlides/notesSlide2.xml" Id="Rd9f72a8ff0614c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4f49c5c18114f26" /><Relationship Type="http://schemas.openxmlformats.org/officeDocument/2006/relationships/image" Target="/ppt/media/image.png" Id="R96875f2c8bab4603" /><Relationship Type="http://schemas.openxmlformats.org/officeDocument/2006/relationships/image" Target="/ppt/media/image.jpeg" Id="R98e28ff407c24646" /><Relationship Type="http://schemas.openxmlformats.org/officeDocument/2006/relationships/image" Target="/ppt/media/image2.jpeg" Id="R8526de9994474597" /><Relationship Type="http://schemas.openxmlformats.org/officeDocument/2006/relationships/image" Target="/ppt/media/image6.png" Id="Rd10c126d336e4768" /><Relationship Type="http://schemas.openxmlformats.org/officeDocument/2006/relationships/image" Target="/ppt/media/image3.jpeg" Id="R0fd9f4d60a304d4a" /><Relationship Type="http://schemas.openxmlformats.org/officeDocument/2006/relationships/image" Target="/ppt/media/image4.jpeg" Id="R2cc6e09a5fe64dad" /><Relationship Type="http://schemas.openxmlformats.org/officeDocument/2006/relationships/notesSlide" Target="/ppt/notesSlides/notesSlide3.xml" Id="Rb9b62c5a7e4347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de32cb4f49c47d1" /><Relationship Type="http://schemas.openxmlformats.org/officeDocument/2006/relationships/image" Target="/ppt/media/image7.png" Id="Rce3aaf5b1ac14f1f" /><Relationship Type="http://schemas.openxmlformats.org/officeDocument/2006/relationships/notesSlide" Target="/ppt/notesSlides/notesSlide4.xml" Id="R29f7d2cb6a3140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682c1aed67e47dd" /><Relationship Type="http://schemas.openxmlformats.org/officeDocument/2006/relationships/image" Target="/ppt/media/image.png" Id="Rb9a95bb607794e30" /><Relationship Type="http://schemas.openxmlformats.org/officeDocument/2006/relationships/notesSlide" Target="/ppt/notesSlides/notesSlide5.xml" Id="Recb1dca5aa0d44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e1ddfa11b4ea4d0d" /><Relationship Type="http://schemas.openxmlformats.org/officeDocument/2006/relationships/image" Target="/ppt/media/image4.png" Id="R3cbb37b542e34771" /><Relationship Type="http://schemas.openxmlformats.org/officeDocument/2006/relationships/notesSlide" Target="/ppt/notesSlides/notesSlide6.xml" Id="R311f789a3ebc49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903c07f2bacc4ebc" /><Relationship Type="http://schemas.openxmlformats.org/officeDocument/2006/relationships/image" Target="/ppt/media/image4.png" Id="R8bc8999e75d04b36" /><Relationship Type="http://schemas.openxmlformats.org/officeDocument/2006/relationships/image" Target="/ppt/media/image5.jpeg" Id="R747e9f39323b4257" /><Relationship Type="http://schemas.openxmlformats.org/officeDocument/2006/relationships/image" Target="/ppt/media/image6.jpeg" Id="Reaf98ac30418454f" /><Relationship Type="http://schemas.openxmlformats.org/officeDocument/2006/relationships/notesSlide" Target="/ppt/notesSlides/notesSlide7.xml" Id="R68178b4f501e45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f98a347585f1489b" /><Relationship Type="http://schemas.openxmlformats.org/officeDocument/2006/relationships/image" Target="/ppt/media/image4.png" Id="R65986fce15a34f41" /><Relationship Type="http://schemas.openxmlformats.org/officeDocument/2006/relationships/notesSlide" Target="/ppt/notesSlides/notesSlide8.xml" Id="Rdc78f772cadb41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r>
              <a:t>КОНТУР</a:t>
            </a:r>
            <a:endParaRPr sz="4800"/>
          </a:p>
          <a:p xmlns:a="http://schemas.openxmlformats.org/drawingml/2006/main">
            <a:pPr marL="268288" indent="0">
              <a:buNone/>
            </a:pPr>
            <a:r>
              <a:t>ТРЕНАЖЁР ПЕРЕГОВОРОВ</a:t>
            </a:r>
            <a:endParaRPr sz="4800"/>
          </a:p>
        </p:txBody>
      </p:sp>
      <p:pic>
        <p:nvPicPr>
          <p:cNvPr id="7" name="Рисунок 3"/>
          <p:cNvPicPr>
            <a:picLocks xmlns:a="http://schemas.openxmlformats.org/drawingml/2006/main" noChangeAspect="1"/>
          </p:cNvPicPr>
          <p:nvPr>
            <p:ph type="pic" idx="11"/>
          </p:nvPr>
        </p:nvPicPr>
        <p:blipFill>
          <a:blip xmlns:r="http://schemas.openxmlformats.org/officeDocument/2006/relationships" xmlns:a="http://schemas.openxmlformats.org/drawingml/2006/main" r:embed="Rabd47650b9134fc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05181" y="329756"/>
            <a:ext cx="5193316" cy="1082612"/>
          </a:xfrm>
          <a:prstGeom xmlns:a="http://schemas.openxmlformats.org/drawingml/2006/main" prst="rect">
            <a:avLst/>
          </a:prstGeom>
        </p:spPr>
      </p:pic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r>
              <a:t>Задача № 9 · API-first тренажёр для людей и переговорных агентов</a:t>
            </a:r>
            <a:endParaRPr/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21e747f752c466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0" name="Рисунок 1"/>
          <p:cNvPicPr>
            <a:picLocks xmlns:a="http://schemas.openxmlformats.org/drawingml/2006/main" noChangeAspect="1"/>
          </p:cNvPicPr>
          <p:nvPr>
            <p:ph type="pic" idx="10"/>
          </p:nvPr>
        </p:nvPicPr>
        <p:blipFill>
          <a:blip xmlns:r="http://schemas.openxmlformats.org/officeDocument/2006/relationships" xmlns:a="http://schemas.openxmlformats.org/drawingml/2006/main" r:embed="R4cc156fbe4f846d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335280"/>
            <a:ext cx="6456331" cy="2971800"/>
          </a:xfrm>
          <a:prstGeom xmlns:a="http://schemas.openxmlformats.org/drawingml/2006/main" prst="rect">
            <a:avLst/>
          </a:prstGeom>
        </p:spPr>
      </p:pic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350"/>
            </a:pPr>
            <a:r>
              <a:rPr sz="1350">
                <a:solidFill>
                  <a:schemeClr val="tx1"/>
                </a:solidFill>
              </a:rPr>
              <a:t>Движок решает, ЧТО допустимо. LLM или шаблон решает только, КАК это сказать. Ни одна скрытая или неозвученная цифра не становится сделкой.</a:t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1">
                <a:solidFill>
                  <a:schemeClr val="tx1"/>
                </a:solidFill>
              </a:rPr>
              <a:t>Состав и контакты указаны в форме регистрации.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pPr>
            <a:r>
              <a:rPr sz="1350" b="1">
                <a:solidFill>
                  <a:schemeClr val="tx1"/>
                </a:solidFill>
              </a:rPr>
              <a:t>В презентацию ФИО, фото и контакты добавляют только после согласия участников.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 sz="1350"/>
            </a:pPr>
            <a:r>
              <a:rPr sz="1350" i="1">
                <a:solidFill>
                  <a:schemeClr val="tx1"/>
                </a:solidFill>
              </a:rPr>
              <a:t>Москва · 2026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520977"/>
                </a:solidFill>
              </a:defRPr>
            </a:pPr>
            <a:r>
              <a:rPr>
                <a:solidFill>
                  <a:srgbClr val="520977"/>
                </a:solidFill>
              </a:rPr>
              <a:t>КОМАНДА И РЕШЕНИЕ</a:t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1BA18702-D4E0-4C9C-A7C5-E405AED3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2CB30286-C9D7-4C36-8C6F-79218FF6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52EFB3E9-1B59-4E06-8B80-09AC9576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350"/>
            </a:pPr>
            <a:r>
              <a:rPr sz="1350">
                <a:solidFill>
                  <a:schemeClr val="tx1"/>
                </a:solidFill>
              </a:rPr>
              <a:t>Контур проводит переговорную тренировку, фиксирует условия сделки и объясняет результат по структурированным событиям.</a:t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52DCC5B9-D646-4B76-891F-6FF4E74E9CB4}" type="slidenum">
              <a:rPr sz="1200">
                <a:solidFill>
                  <a:schemeClr val="accent5"/>
                </a:solidFill>
              </a:rPr>
              <a:t>8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6875f2c8bab460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394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8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Движок и API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ФИО - из заявки</a:t>
            </a:r>
          </a:p>
        </p:txBody>
      </p:sp>
      <p:sp>
        <p:nvSpPr>
          <p:cNvPr id="5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7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Backend</a:t>
            </a:r>
          </a:p>
        </p:txBody>
      </p:sp>
      <p:sp>
        <p:nvSpPr>
          <p:cNvPr id="59" name="Скругленный прямоугольник 58">
            <a:extLst xmlns:a="http://schemas.openxmlformats.org/drawingml/2006/main"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712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96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Demo UX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ФИО - из заявки</a:t>
            </a:r>
          </a:p>
        </p:txBody>
      </p:sp>
      <p:sp>
        <p:nvSpPr>
          <p:cNvPr id="6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95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Frontend</a:t>
            </a:r>
          </a:p>
        </p:txBody>
      </p:sp>
      <p:sp>
        <p:nvSpPr>
          <p:cNvPr id="62" name="Скругленный прямоугольник 61">
            <a:extLst xmlns:a="http://schemas.openxmlformats.org/drawingml/2006/main"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031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315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Регрессии и релиз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ФИО - из заявки</a:t>
            </a:r>
          </a:p>
        </p:txBody>
      </p:sp>
      <p:sp>
        <p:nvSpPr>
          <p:cNvPr id="6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314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QA / Safety</a:t>
            </a:r>
          </a:p>
        </p:txBody>
      </p:sp>
      <p:sp>
        <p:nvSpPr>
          <p:cNvPr id="65" name="Скругленный прямоугольник 64">
            <a:extLst xmlns:a="http://schemas.openxmlformats.org/drawingml/2006/main"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349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633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Стенд и защита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ФИО - из заявки</a:t>
            </a:r>
          </a:p>
        </p:txBody>
      </p:sp>
      <p:sp>
        <p:nvSpPr>
          <p:cNvPr id="6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632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Stand / Pitch</a:t>
            </a: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pic>
        <p:nvPicPr>
          <p:cNvPr id="83" name="Рисунок 1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98e28ff407c2464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81406" y="1816037"/>
            <a:ext cx="1722596" cy="1552861"/>
          </a:xfrm>
          <a:prstGeom xmlns:a="http://schemas.openxmlformats.org/drawingml/2006/main" prst="rect">
            <a:avLst/>
          </a:prstGeom>
        </p:spPr>
      </p:pic>
      <p:pic>
        <p:nvPicPr>
          <p:cNvPr id="84" name="Рисунок 2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8526de999447459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886456" y="1826514"/>
            <a:ext cx="1722596" cy="1542383"/>
          </a:xfrm>
          <a:prstGeom xmlns:a="http://schemas.openxmlformats.org/drawingml/2006/main" prst="rect">
            <a:avLst/>
          </a:prstGeom>
        </p:spPr>
      </p:pic>
      <p:pic>
        <p:nvPicPr>
          <p:cNvPr id="85" name="Рисунок 3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d10c126d336e476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191792" y="1809274"/>
            <a:ext cx="1722596" cy="1559719"/>
          </a:xfrm>
          <a:prstGeom xmlns:a="http://schemas.openxmlformats.org/drawingml/2006/main" prst="rect">
            <a:avLst/>
          </a:prstGeom>
        </p:spPr>
      </p:pic>
      <p:pic>
        <p:nvPicPr>
          <p:cNvPr id="86" name="Рисунок 4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0fd9f4d60a304d4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7520178" y="1809274"/>
            <a:ext cx="1722596" cy="1559719"/>
          </a:xfrm>
          <a:prstGeom xmlns:a="http://schemas.openxmlformats.org/drawingml/2006/main" prst="rect">
            <a:avLst/>
          </a:prstGeom>
        </p:spPr>
      </p:pic>
      <p:pic>
        <p:nvPicPr>
          <p:cNvPr id="87" name="Рисунок 5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2cc6e09a5fe64da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802463" y="1809274"/>
            <a:ext cx="1722596" cy="1559719"/>
          </a:xfrm>
          <a:prstGeom xmlns:a="http://schemas.openxmlformats.org/drawingml/2006/main" prst="rect">
            <a:avLst/>
          </a:prstGeom>
        </p:spPr>
      </p:pic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835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КОМАНДА: РОЛИ И ЗОНЫ ОТВЕТСТВЕННОСТИ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18360" y="4250028"/>
            <a:ext cx="1894354" cy="162461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Методика и кейсы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125"/>
            </a:pPr>
            <a:r>
              <a:rPr sz="1125">
                <a:solidFill>
                  <a:schemeClr val="tx1"/>
                </a:solidFill>
              </a:rPr>
              <a:t>ФИО - из заявки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9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Продукт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e3aaf5b1ac14f1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rPr>
                <a:solidFill>
                  <a:schemeClr val="accent5"/>
                </a:solidFill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ПОЧЕМУ ЭТА ЗАДАЧА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33607" y="1602273"/>
            <a:ext cx="4425822" cy="9342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/>
            </a:pPr>
            <a:r>
              <a:rPr sz="1350">
                <a:solidFill>
                  <a:schemeClr val="tx1"/>
                </a:solidFill>
              </a:rPr>
              <a:t>Заученные реплики не учат принимать решения под ограничениями. Нужен безопасный цикл: ход → проверка → последствие → разбор.</a:t>
            </a:r>
          </a:p>
        </p:txBody>
      </p:sp>
      <p:sp>
        <p:nvSpPr>
          <p:cNvPr id="3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127964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Проблема</a:t>
            </a:r>
          </a:p>
        </p:txBody>
      </p:sp>
      <p:sp>
        <p:nvSpPr>
          <p:cNvPr id="4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5139255"/>
            <a:ext cx="7318749" cy="10553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350"/>
            </a:pPr>
            <a:r>
              <a:rPr sz="1350">
                <a:solidFill>
                  <a:schemeClr val="tx1"/>
                </a:solidFill>
              </a:rPr>
              <a:t>Свободный текст нельзя превращать в обязательство без подтверждения полного предложения. Парсер предлагает действие. Движок проверяет и фиксирует его.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8" y="4571473"/>
            <a:ext cx="6438692" cy="6290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Главный инженерный риск</a:t>
            </a:r>
          </a:p>
        </p:txBody>
      </p:sp>
      <p:sp>
        <p:nvSpPr>
          <p:cNvPr id="4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3429000"/>
            <a:ext cx="4945565" cy="107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350"/>
            </a:pPr>
            <a:r>
              <a:rPr sz="1350">
                <a:solidFill>
                  <a:schemeClr val="tx1"/>
                </a:solidFill>
              </a:rPr>
              <a:t>Задача соединяет обучение людей и сравнимую проверку переговорных агентов через один Player API.</a:t>
            </a:r>
          </a:p>
        </p:txBody>
      </p:sp>
      <p:sp>
        <p:nvSpPr>
          <p:cNvPr id="4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2900091"/>
            <a:ext cx="5629858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задача № 9</a:t>
            </a:r>
          </a:p>
        </p:txBody>
      </p:sp>
      <p:sp>
        <p:nvSpPr>
          <p:cNvPr id="5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7E9A87F2-F29F-4C41-A0C6-56C9DA7D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1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F54E40E4-3F38-442A-B6F0-CA6CF81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14FF40E2-7A69-4236-ADEE-954EAEA3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9a95bb607794e3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1920927"/>
            <a:ext cx="4929861" cy="386858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Версионируемые сценарии и роли</a:t>
            </a:r>
          </a:p>
          <a:p xmlns:a="http://schemas.openxmlformats.org/drawingml/2006/main">
            <a:pPr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Natural language → typed action</a:t>
            </a:r>
          </a:p>
          <a:p xmlns:a="http://schemas.openxmlformats.org/drawingml/2006/main">
            <a:pPr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Детерминированная валидация сделки</a:t>
            </a:r>
          </a:p>
          <a:p xmlns:a="http://schemas.openxmlformats.org/drawingml/2006/main">
            <a:pPr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Raw transcript + event log</a:t>
            </a:r>
          </a:p>
          <a:p xmlns:a="http://schemas.openxmlformats.org/drawingml/2006/main">
            <a:pPr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Replay, rewind и branching</a:t>
            </a:r>
          </a:p>
          <a:p xmlns:a="http://schemas.openxmlformats.org/drawingml/2006/main">
            <a:pPr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Один API для людей и агентов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Корпоративное обучение продаж и закупок</a:t>
            </a:r>
          </a:p>
          <a:p xmlns:a="http://schemas.openxmlformats.org/drawingml/2006/main">
            <a:pPr marL="0" indent="0"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On-premise режим для закрытых данных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Сравнение команд и внешних агентов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Быстрое добавление отраслевых кейсов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Интеграция через API и CLI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350">
                <a:solidFill>
                  <a:srgbClr val="1C1D22"/>
                </a:solidFill>
              </a:defRPr>
            </a:pPr>
            <a:r>
              <a:rPr sz="1350">
                <a:solidFill>
                  <a:srgbClr val="1C1D22"/>
                </a:solidFill>
              </a:rPr>
              <a:t>Шаблонный режим без внешних моделей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 О РЕШЕНИИ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Ценность и внедрение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cbb37b542e3477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1366423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2377094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3387765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4398436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5409107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366423"/>
            <a:ext cx="5389562" cy="4834352"/>
          </a:xfrm>
          <a:prstGeom xmlns:a="http://schemas.openxmlformats.org/drawingml/2006/main" prst="roundRect">
            <a:avLst>
              <a:gd name="adj" fmla="val 291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23887" y="1732103"/>
            <a:ext cx="4734175" cy="4139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ЧЕЛОВЕК / ВНЕШНИЙ АГЕНТ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↓ natural language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PLAYER API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↓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PARSER → VALIDATOR → ENGINE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↓</a:t>
            </a:r>
            <a:endParaRPr sz="3600" b="1">
              <a:solidFill>
                <a:schemeClr val="tx1"/>
              </a:solidFill>
            </a:endParaRPr>
          </a:p>
          <a:p xmlns:a="http://schemas.openxmlformats.org/drawingml/2006/main">
            <a:pPr algn="l">
              <a:buNone/>
              <a:defRPr sz="1725" b="1">
                <a:solidFill>
                  <a:srgbClr val="1C1D22"/>
                </a:solidFill>
              </a:defRPr>
            </a:pPr>
            <a:r>
              <a:rPr sz="1725" b="1">
                <a:solidFill>
                  <a:srgbClr val="1C1D22"/>
                </a:solidFill>
              </a:rPr>
              <a:t>EVENT LOG → REVIEW</a:t>
            </a:r>
            <a:endParaRPr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172730" y="1445505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1 · ScenarioVersion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Неизменяемая authored truth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172730" y="247287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2 · Observation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Проекция без hidden state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172730" y="348592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3 · Offer revision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Полный typed пакет условий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172730" y="4496593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4 · Utility + constraints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Reservation utility - порог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172730" y="5516924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5 · Review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Факты, экономика, повтор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 xmlns:a="http://schemas.openxmlformats.org/drawingml/2006/main"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3200" y="6356350"/>
            <a:ext cx="558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rPr>
                <a:solidFill>
                  <a:schemeClr val="accent5"/>
                </a:solidFill>
              </a:rPr>
              <a:t>6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bc8999e75d04b3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2" name="AutoShape 1">
            <a:extLst xmlns:a="http://schemas.openxmlformats.org/drawingml/2006/main">
              <a:ext uri="{FF2B5EF4-FFF2-40B4-BE49-F238E27FC236}">
                <a16:creationId xmlns:a16="http://schemas.microsoft.com/office/drawing/2014/main" id="{C5DD9855-9040-4A8E-8FC7-2A87D71D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0498" y="1149443"/>
            <a:ext cx="4266586" cy="2822929"/>
          </a:xfrm>
          <a:prstGeom xmlns:a="http://schemas.openxmlformats.org/drawingml/2006/main" prst="roundRect">
            <a:avLst>
              <a:gd name="adj" fmla="val 1292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CA962FF-DEAF-450E-BAC9-2CBF039F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124" y="1358784"/>
            <a:ext cx="4266587" cy="1998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4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9B32C08-05E5-455D-AB4B-FA780C0B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2205" y="1203365"/>
            <a:ext cx="1706634" cy="355244"/>
          </a:xfrm>
          <a:prstGeom xmlns:a="http://schemas.openxmlformats.org/drawingml/2006/main" prst="roundRect">
            <a:avLst>
              <a:gd name="adj" fmla="val 11986"/>
            </a:avLst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5" name="Oval 4">
            <a:extLst xmlns:a="http://schemas.openxmlformats.org/drawingml/2006/main">
              <a:ext uri="{FF2B5EF4-FFF2-40B4-BE49-F238E27FC236}">
                <a16:creationId xmlns:a16="http://schemas.microsoft.com/office/drawing/2014/main" id="{DB5DCAC2-FF8B-4D8A-8761-EF6BE6B4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574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6" name="Oval 5">
            <a:extLst xmlns:a="http://schemas.openxmlformats.org/drawingml/2006/main">
              <a:ext uri="{FF2B5EF4-FFF2-40B4-BE49-F238E27FC236}">
                <a16:creationId xmlns:a16="http://schemas.microsoft.com/office/drawing/2014/main" id="{A18062AF-728F-4F67-A9EE-6DA3DC1E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239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7" name="Oval 6">
            <a:extLst xmlns:a="http://schemas.openxmlformats.org/drawingml/2006/main">
              <a:ext uri="{FF2B5EF4-FFF2-40B4-BE49-F238E27FC236}">
                <a16:creationId xmlns:a16="http://schemas.microsoft.com/office/drawing/2014/main" id="{1F8B8CA3-31B9-4E3E-89F8-B823F31C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903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8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C40CC64C-4BDE-4B83-ACBA-76BBEC31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9263" y="1396846"/>
            <a:ext cx="3205451" cy="12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3B3B3"/>
            </a:soli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8251ED56-D5C4-4244-B7B8-9CC65D6F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0105" y="1203365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2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CE11028-B7CA-451E-851D-176871A0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0105" y="1240208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1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663966C-C5F6-4AF2-AC81-EF7A040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0105" y="1276945"/>
            <a:ext cx="24455" cy="24634"/>
          </a:xfrm>
          <a:custGeom xmlns:a="http://schemas.openxmlformats.org/drawingml/2006/main">
            <a:gdLst>
              <a:gd name="T0" fmla="*/ 168 w 193"/>
              <a:gd name="T1" fmla="*/ 0 h 193"/>
              <a:gd name="T2" fmla="*/ 24 w 193"/>
              <a:gd name="T3" fmla="*/ 0 h 193"/>
              <a:gd name="T4" fmla="*/ 0 w 193"/>
              <a:gd name="T5" fmla="*/ 25 h 193"/>
              <a:gd name="T6" fmla="*/ 0 w 193"/>
              <a:gd name="T7" fmla="*/ 169 h 193"/>
              <a:gd name="T8" fmla="*/ 24 w 193"/>
              <a:gd name="T9" fmla="*/ 193 h 193"/>
              <a:gd name="T10" fmla="*/ 168 w 193"/>
              <a:gd name="T11" fmla="*/ 193 h 193"/>
              <a:gd name="T12" fmla="*/ 193 w 193"/>
              <a:gd name="T13" fmla="*/ 169 h 193"/>
              <a:gd name="T14" fmla="*/ 193 w 193"/>
              <a:gd name="T15" fmla="*/ 25 h 193"/>
              <a:gd name="T16" fmla="*/ 168 w 193"/>
              <a:gd name="T17" fmla="*/ 0 h 193"/>
            </a:gdLst>
            <a:rect l="0" t="0" r="r" b="b"/>
            <a:pathLst>
              <a:path w="193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2" y="193"/>
                  <a:pt x="193" y="182"/>
                  <a:pt x="193" y="169"/>
                </a:cubicBezTo>
                <a:cubicBezTo>
                  <a:pt x="193" y="25"/>
                  <a:pt x="193" y="25"/>
                  <a:pt x="193" y="25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231452A-2DB6-4628-B13E-989E3196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6734" y="1203365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02B5F533-7190-4486-800E-50B9DEE2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6734" y="1240208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7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1197ACF-D4F7-4F4F-B51B-31BAB032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6734" y="1276945"/>
            <a:ext cx="24294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8" name="Freeform 19">
            <a:extLst xmlns:a="http://schemas.openxmlformats.org/drawingml/2006/main">
              <a:ext uri="{FF2B5EF4-FFF2-40B4-BE49-F238E27FC236}">
                <a16:creationId xmlns:a16="http://schemas.microsoft.com/office/drawing/2014/main" id="{305C916E-AA00-40D3-979E-8385C880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3310" y="1203365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9" name="Freeform 20">
            <a:extLst xmlns:a="http://schemas.openxmlformats.org/drawingml/2006/main">
              <a:ext uri="{FF2B5EF4-FFF2-40B4-BE49-F238E27FC236}">
                <a16:creationId xmlns:a16="http://schemas.microsoft.com/office/drawing/2014/main" id="{606A4951-C43E-4D62-8601-77DAE03D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3310" y="1240208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0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4DF5AB0-92B8-4555-8BFE-FEB94F35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3310" y="1276945"/>
            <a:ext cx="24348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0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0" name="Freeform 25">
            <a:extLst xmlns:a="http://schemas.openxmlformats.org/drawingml/2006/main">
              <a:ext uri="{FF2B5EF4-FFF2-40B4-BE49-F238E27FC236}">
                <a16:creationId xmlns:a16="http://schemas.microsoft.com/office/drawing/2014/main" id="{C904AC4F-21D6-40FC-874A-C69831B8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5211808" y="1416310"/>
            <a:ext cx="92256" cy="81375"/>
          </a:xfrm>
          <a:custGeom xmlns:a="http://schemas.openxmlformats.org/drawingml/2006/main">
            <a:gdLst>
              <a:gd name="T0" fmla="*/ 504 w 896"/>
              <a:gd name="T1" fmla="*/ 0 h 784"/>
              <a:gd name="T2" fmla="*/ 116 w 896"/>
              <a:gd name="T3" fmla="*/ 336 h 784"/>
              <a:gd name="T4" fmla="*/ 0 w 896"/>
              <a:gd name="T5" fmla="*/ 336 h 784"/>
              <a:gd name="T6" fmla="*/ 168 w 896"/>
              <a:gd name="T7" fmla="*/ 560 h 784"/>
              <a:gd name="T8" fmla="*/ 336 w 896"/>
              <a:gd name="T9" fmla="*/ 336 h 784"/>
              <a:gd name="T10" fmla="*/ 230 w 896"/>
              <a:gd name="T11" fmla="*/ 336 h 784"/>
              <a:gd name="T12" fmla="*/ 504 w 896"/>
              <a:gd name="T13" fmla="*/ 112 h 784"/>
              <a:gd name="T14" fmla="*/ 784 w 896"/>
              <a:gd name="T15" fmla="*/ 392 h 784"/>
              <a:gd name="T16" fmla="*/ 504 w 896"/>
              <a:gd name="T17" fmla="*/ 672 h 784"/>
              <a:gd name="T18" fmla="*/ 504 w 896"/>
              <a:gd name="T19" fmla="*/ 784 h 784"/>
              <a:gd name="T20" fmla="*/ 896 w 896"/>
              <a:gd name="T21" fmla="*/ 392 h 784"/>
              <a:gd name="T22" fmla="*/ 504 w 896"/>
              <a:gd name="T23" fmla="*/ 0 h 784"/>
            </a:gdLst>
            <a:rect l="0" t="0" r="r" b="b"/>
            <a:pathLst>
              <a:path w="896" h="784">
                <a:moveTo>
                  <a:pt x="504" y="0"/>
                </a:moveTo>
                <a:cubicBezTo>
                  <a:pt x="307" y="0"/>
                  <a:pt x="144" y="146"/>
                  <a:pt x="116" y="336"/>
                </a:cubicBezTo>
                <a:cubicBezTo>
                  <a:pt x="0" y="336"/>
                  <a:pt x="0" y="336"/>
                  <a:pt x="0" y="336"/>
                </a:cubicBezTo>
                <a:cubicBezTo>
                  <a:pt x="168" y="560"/>
                  <a:pt x="168" y="560"/>
                  <a:pt x="168" y="560"/>
                </a:cubicBezTo>
                <a:cubicBezTo>
                  <a:pt x="336" y="336"/>
                  <a:pt x="336" y="336"/>
                  <a:pt x="336" y="336"/>
                </a:cubicBezTo>
                <a:cubicBezTo>
                  <a:pt x="230" y="336"/>
                  <a:pt x="230" y="336"/>
                  <a:pt x="230" y="336"/>
                </a:cubicBezTo>
                <a:cubicBezTo>
                  <a:pt x="256" y="208"/>
                  <a:pt x="369" y="112"/>
                  <a:pt x="504" y="112"/>
                </a:cubicBezTo>
                <a:cubicBezTo>
                  <a:pt x="658" y="112"/>
                  <a:pt x="784" y="238"/>
                  <a:pt x="784" y="392"/>
                </a:cubicBezTo>
                <a:cubicBezTo>
                  <a:pt x="784" y="546"/>
                  <a:pt x="658" y="672"/>
                  <a:pt x="504" y="672"/>
                </a:cubicBezTo>
                <a:cubicBezTo>
                  <a:pt x="504" y="784"/>
                  <a:pt x="504" y="784"/>
                  <a:pt x="504" y="784"/>
                </a:cubicBezTo>
                <a:cubicBezTo>
                  <a:pt x="721" y="784"/>
                  <a:pt x="896" y="609"/>
                  <a:pt x="896" y="392"/>
                </a:cubicBezTo>
                <a:cubicBezTo>
                  <a:pt x="896" y="175"/>
                  <a:pt x="721" y="0"/>
                  <a:pt x="50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1" name="Oval 6">
            <a:extLst xmlns:a="http://schemas.openxmlformats.org/drawingml/2006/main">
              <a:ext uri="{FF2B5EF4-FFF2-40B4-BE49-F238E27FC236}">
                <a16:creationId xmlns:a16="http://schemas.microsoft.com/office/drawing/2014/main" id="{008AEF74-0CB4-4F9D-941F-B3FDCFD4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3769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FF43D9F-F201-460A-B5AB-10C4C632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5596" y="1340551"/>
            <a:ext cx="962343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/>
                </a:solidFill>
                <a:latin typeface="Poppins Light"/>
                <a:ea typeface="Poppins Light"/>
                <a:cs typeface="Poppins Light"/>
              </a:rPr>
              <a:t>template-only</a:t>
            </a:r>
          </a:p>
        </p:txBody>
      </p:sp>
      <p:sp>
        <p:nvSpPr>
          <p:cNvPr id="11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73BAD95-B78D-42DD-A801-8B84C3BF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9513" y="1425286"/>
            <a:ext cx="72445" cy="73024"/>
          </a:xfrm>
          <a:custGeom xmlns:a="http://schemas.openxmlformats.org/drawingml/2006/main">
            <a:gdLst>
              <a:gd name="T0" fmla="*/ 0 w 636"/>
              <a:gd name="T1" fmla="*/ 318 h 636"/>
              <a:gd name="T2" fmla="*/ 636 w 636"/>
              <a:gd name="T3" fmla="*/ 318 h 636"/>
              <a:gd name="T4" fmla="*/ 594 w 636"/>
              <a:gd name="T5" fmla="*/ 308 h 636"/>
              <a:gd name="T6" fmla="*/ 448 w 636"/>
              <a:gd name="T7" fmla="*/ 179 h 636"/>
              <a:gd name="T8" fmla="*/ 594 w 636"/>
              <a:gd name="T9" fmla="*/ 308 h 636"/>
              <a:gd name="T10" fmla="*/ 223 w 636"/>
              <a:gd name="T11" fmla="*/ 486 h 636"/>
              <a:gd name="T12" fmla="*/ 308 w 636"/>
              <a:gd name="T13" fmla="*/ 594 h 636"/>
              <a:gd name="T14" fmla="*/ 329 w 636"/>
              <a:gd name="T15" fmla="*/ 42 h 636"/>
              <a:gd name="T16" fmla="*/ 328 w 636"/>
              <a:gd name="T17" fmla="*/ 184 h 636"/>
              <a:gd name="T18" fmla="*/ 329 w 636"/>
              <a:gd name="T19" fmla="*/ 42 h 636"/>
              <a:gd name="T20" fmla="*/ 510 w 636"/>
              <a:gd name="T21" fmla="*/ 119 h 636"/>
              <a:gd name="T22" fmla="*/ 363 w 636"/>
              <a:gd name="T23" fmla="*/ 45 h 636"/>
              <a:gd name="T24" fmla="*/ 308 w 636"/>
              <a:gd name="T25" fmla="*/ 184 h 636"/>
              <a:gd name="T26" fmla="*/ 307 w 636"/>
              <a:gd name="T27" fmla="*/ 42 h 636"/>
              <a:gd name="T28" fmla="*/ 196 w 636"/>
              <a:gd name="T29" fmla="*/ 160 h 636"/>
              <a:gd name="T30" fmla="*/ 273 w 636"/>
              <a:gd name="T31" fmla="*/ 45 h 636"/>
              <a:gd name="T32" fmla="*/ 207 w 636"/>
              <a:gd name="T33" fmla="*/ 186 h 636"/>
              <a:gd name="T34" fmla="*/ 308 w 636"/>
              <a:gd name="T35" fmla="*/ 308 h 636"/>
              <a:gd name="T36" fmla="*/ 207 w 636"/>
              <a:gd name="T37" fmla="*/ 186 h 636"/>
              <a:gd name="T38" fmla="*/ 308 w 636"/>
              <a:gd name="T39" fmla="*/ 452 h 636"/>
              <a:gd name="T40" fmla="*/ 185 w 636"/>
              <a:gd name="T41" fmla="*/ 328 h 636"/>
              <a:gd name="T42" fmla="*/ 273 w 636"/>
              <a:gd name="T43" fmla="*/ 591 h 636"/>
              <a:gd name="T44" fmla="*/ 204 w 636"/>
              <a:gd name="T45" fmla="*/ 493 h 636"/>
              <a:gd name="T46" fmla="*/ 328 w 636"/>
              <a:gd name="T47" fmla="*/ 594 h 636"/>
              <a:gd name="T48" fmla="*/ 413 w 636"/>
              <a:gd name="T49" fmla="*/ 486 h 636"/>
              <a:gd name="T50" fmla="*/ 328 w 636"/>
              <a:gd name="T51" fmla="*/ 594 h 636"/>
              <a:gd name="T52" fmla="*/ 498 w 636"/>
              <a:gd name="T53" fmla="*/ 528 h 636"/>
              <a:gd name="T54" fmla="*/ 432 w 636"/>
              <a:gd name="T55" fmla="*/ 493 h 636"/>
              <a:gd name="T56" fmla="*/ 328 w 636"/>
              <a:gd name="T57" fmla="*/ 452 h 636"/>
              <a:gd name="T58" fmla="*/ 451 w 636"/>
              <a:gd name="T59" fmla="*/ 328 h 636"/>
              <a:gd name="T60" fmla="*/ 328 w 636"/>
              <a:gd name="T61" fmla="*/ 308 h 636"/>
              <a:gd name="T62" fmla="*/ 429 w 636"/>
              <a:gd name="T63" fmla="*/ 186 h 636"/>
              <a:gd name="T64" fmla="*/ 328 w 636"/>
              <a:gd name="T65" fmla="*/ 308 h 636"/>
              <a:gd name="T66" fmla="*/ 188 w 636"/>
              <a:gd name="T67" fmla="*/ 179 h 636"/>
              <a:gd name="T68" fmla="*/ 42 w 636"/>
              <a:gd name="T69" fmla="*/ 308 h 636"/>
              <a:gd name="T70" fmla="*/ 42 w 636"/>
              <a:gd name="T71" fmla="*/ 328 h 636"/>
              <a:gd name="T72" fmla="*/ 195 w 636"/>
              <a:gd name="T73" fmla="*/ 475 h 636"/>
              <a:gd name="T74" fmla="*/ 42 w 636"/>
              <a:gd name="T75" fmla="*/ 328 h 636"/>
              <a:gd name="T76" fmla="*/ 441 w 636"/>
              <a:gd name="T77" fmla="*/ 475 h 636"/>
              <a:gd name="T78" fmla="*/ 594 w 636"/>
              <a:gd name="T79" fmla="*/ 328 h 636"/>
            </a:gdLst>
            <a:rect l="0" t="0" r="r" b="b"/>
            <a:pathLst>
              <a:path w="636" h="636">
                <a:moveTo>
                  <a:pt x="318" y="0"/>
                </a:moveTo>
                <a:cubicBezTo>
                  <a:pt x="142" y="0"/>
                  <a:pt x="0" y="142"/>
                  <a:pt x="0" y="318"/>
                </a:cubicBezTo>
                <a:cubicBezTo>
                  <a:pt x="0" y="494"/>
                  <a:pt x="142" y="636"/>
                  <a:pt x="318" y="636"/>
                </a:cubicBezTo>
                <a:cubicBezTo>
                  <a:pt x="494" y="636"/>
                  <a:pt x="636" y="494"/>
                  <a:pt x="636" y="318"/>
                </a:cubicBezTo>
                <a:cubicBezTo>
                  <a:pt x="636" y="142"/>
                  <a:pt x="494" y="0"/>
                  <a:pt x="318" y="0"/>
                </a:cubicBezTo>
                <a:close/>
                <a:moveTo>
                  <a:pt x="594" y="308"/>
                </a:moveTo>
                <a:cubicBezTo>
                  <a:pt x="471" y="308"/>
                  <a:pt x="471" y="308"/>
                  <a:pt x="471" y="308"/>
                </a:cubicBezTo>
                <a:cubicBezTo>
                  <a:pt x="470" y="262"/>
                  <a:pt x="462" y="219"/>
                  <a:pt x="448" y="179"/>
                </a:cubicBezTo>
                <a:cubicBezTo>
                  <a:pt x="476" y="168"/>
                  <a:pt x="501" y="152"/>
                  <a:pt x="525" y="134"/>
                </a:cubicBezTo>
                <a:cubicBezTo>
                  <a:pt x="566" y="181"/>
                  <a:pt x="592" y="241"/>
                  <a:pt x="594" y="308"/>
                </a:cubicBezTo>
                <a:close/>
                <a:moveTo>
                  <a:pt x="307" y="594"/>
                </a:moveTo>
                <a:cubicBezTo>
                  <a:pt x="273" y="566"/>
                  <a:pt x="244" y="529"/>
                  <a:pt x="223" y="486"/>
                </a:cubicBezTo>
                <a:cubicBezTo>
                  <a:pt x="250" y="478"/>
                  <a:pt x="278" y="473"/>
                  <a:pt x="308" y="472"/>
                </a:cubicBezTo>
                <a:cubicBezTo>
                  <a:pt x="308" y="594"/>
                  <a:pt x="308" y="594"/>
                  <a:pt x="308" y="594"/>
                </a:cubicBezTo>
                <a:cubicBezTo>
                  <a:pt x="307" y="594"/>
                  <a:pt x="307" y="594"/>
                  <a:pt x="307" y="594"/>
                </a:cubicBezTo>
                <a:close/>
                <a:moveTo>
                  <a:pt x="329" y="42"/>
                </a:moveTo>
                <a:cubicBezTo>
                  <a:pt x="368" y="74"/>
                  <a:pt x="400" y="117"/>
                  <a:pt x="421" y="167"/>
                </a:cubicBezTo>
                <a:cubicBezTo>
                  <a:pt x="392" y="177"/>
                  <a:pt x="361" y="183"/>
                  <a:pt x="328" y="184"/>
                </a:cubicBezTo>
                <a:cubicBezTo>
                  <a:pt x="328" y="42"/>
                  <a:pt x="328" y="42"/>
                  <a:pt x="328" y="42"/>
                </a:cubicBezTo>
                <a:cubicBezTo>
                  <a:pt x="329" y="42"/>
                  <a:pt x="329" y="42"/>
                  <a:pt x="329" y="42"/>
                </a:cubicBezTo>
                <a:close/>
                <a:moveTo>
                  <a:pt x="363" y="45"/>
                </a:moveTo>
                <a:cubicBezTo>
                  <a:pt x="420" y="55"/>
                  <a:pt x="471" y="81"/>
                  <a:pt x="510" y="119"/>
                </a:cubicBezTo>
                <a:cubicBezTo>
                  <a:pt x="489" y="136"/>
                  <a:pt x="466" y="150"/>
                  <a:pt x="440" y="160"/>
                </a:cubicBezTo>
                <a:cubicBezTo>
                  <a:pt x="421" y="116"/>
                  <a:pt x="395" y="77"/>
                  <a:pt x="363" y="45"/>
                </a:cubicBezTo>
                <a:close/>
                <a:moveTo>
                  <a:pt x="308" y="42"/>
                </a:moveTo>
                <a:cubicBezTo>
                  <a:pt x="308" y="184"/>
                  <a:pt x="308" y="184"/>
                  <a:pt x="308" y="184"/>
                </a:cubicBezTo>
                <a:cubicBezTo>
                  <a:pt x="275" y="183"/>
                  <a:pt x="244" y="177"/>
                  <a:pt x="215" y="167"/>
                </a:cubicBezTo>
                <a:cubicBezTo>
                  <a:pt x="236" y="117"/>
                  <a:pt x="268" y="74"/>
                  <a:pt x="307" y="42"/>
                </a:cubicBezTo>
                <a:cubicBezTo>
                  <a:pt x="307" y="42"/>
                  <a:pt x="307" y="42"/>
                  <a:pt x="308" y="42"/>
                </a:cubicBezTo>
                <a:close/>
                <a:moveTo>
                  <a:pt x="196" y="160"/>
                </a:moveTo>
                <a:cubicBezTo>
                  <a:pt x="171" y="150"/>
                  <a:pt x="147" y="136"/>
                  <a:pt x="126" y="119"/>
                </a:cubicBezTo>
                <a:cubicBezTo>
                  <a:pt x="165" y="81"/>
                  <a:pt x="216" y="55"/>
                  <a:pt x="273" y="45"/>
                </a:cubicBezTo>
                <a:cubicBezTo>
                  <a:pt x="241" y="77"/>
                  <a:pt x="215" y="116"/>
                  <a:pt x="196" y="160"/>
                </a:cubicBezTo>
                <a:close/>
                <a:moveTo>
                  <a:pt x="207" y="186"/>
                </a:moveTo>
                <a:cubicBezTo>
                  <a:pt x="239" y="197"/>
                  <a:pt x="273" y="204"/>
                  <a:pt x="308" y="205"/>
                </a:cubicBezTo>
                <a:cubicBezTo>
                  <a:pt x="308" y="308"/>
                  <a:pt x="308" y="308"/>
                  <a:pt x="308" y="308"/>
                </a:cubicBezTo>
                <a:cubicBezTo>
                  <a:pt x="185" y="308"/>
                  <a:pt x="185" y="308"/>
                  <a:pt x="185" y="308"/>
                </a:cubicBezTo>
                <a:cubicBezTo>
                  <a:pt x="186" y="265"/>
                  <a:pt x="194" y="224"/>
                  <a:pt x="207" y="186"/>
                </a:cubicBezTo>
                <a:close/>
                <a:moveTo>
                  <a:pt x="308" y="328"/>
                </a:moveTo>
                <a:cubicBezTo>
                  <a:pt x="308" y="452"/>
                  <a:pt x="308" y="452"/>
                  <a:pt x="308" y="452"/>
                </a:cubicBezTo>
                <a:cubicBezTo>
                  <a:pt x="275" y="453"/>
                  <a:pt x="244" y="458"/>
                  <a:pt x="215" y="468"/>
                </a:cubicBezTo>
                <a:cubicBezTo>
                  <a:pt x="197" y="425"/>
                  <a:pt x="186" y="378"/>
                  <a:pt x="185" y="328"/>
                </a:cubicBezTo>
                <a:lnTo>
                  <a:pt x="308" y="328"/>
                </a:lnTo>
                <a:close/>
                <a:moveTo>
                  <a:pt x="273" y="591"/>
                </a:moveTo>
                <a:cubicBezTo>
                  <a:pt x="222" y="582"/>
                  <a:pt x="176" y="560"/>
                  <a:pt x="138" y="528"/>
                </a:cubicBezTo>
                <a:cubicBezTo>
                  <a:pt x="158" y="514"/>
                  <a:pt x="180" y="502"/>
                  <a:pt x="204" y="493"/>
                </a:cubicBezTo>
                <a:cubicBezTo>
                  <a:pt x="222" y="531"/>
                  <a:pt x="245" y="563"/>
                  <a:pt x="273" y="591"/>
                </a:cubicBezTo>
                <a:close/>
                <a:moveTo>
                  <a:pt x="328" y="594"/>
                </a:moveTo>
                <a:cubicBezTo>
                  <a:pt x="328" y="472"/>
                  <a:pt x="328" y="472"/>
                  <a:pt x="328" y="472"/>
                </a:cubicBezTo>
                <a:cubicBezTo>
                  <a:pt x="358" y="473"/>
                  <a:pt x="386" y="478"/>
                  <a:pt x="413" y="486"/>
                </a:cubicBezTo>
                <a:cubicBezTo>
                  <a:pt x="392" y="529"/>
                  <a:pt x="363" y="566"/>
                  <a:pt x="329" y="594"/>
                </a:cubicBezTo>
                <a:cubicBezTo>
                  <a:pt x="329" y="594"/>
                  <a:pt x="329" y="594"/>
                  <a:pt x="328" y="594"/>
                </a:cubicBezTo>
                <a:close/>
                <a:moveTo>
                  <a:pt x="432" y="493"/>
                </a:moveTo>
                <a:cubicBezTo>
                  <a:pt x="456" y="502"/>
                  <a:pt x="478" y="514"/>
                  <a:pt x="498" y="528"/>
                </a:cubicBezTo>
                <a:cubicBezTo>
                  <a:pt x="460" y="560"/>
                  <a:pt x="414" y="582"/>
                  <a:pt x="363" y="591"/>
                </a:cubicBezTo>
                <a:cubicBezTo>
                  <a:pt x="391" y="563"/>
                  <a:pt x="414" y="531"/>
                  <a:pt x="432" y="493"/>
                </a:cubicBezTo>
                <a:close/>
                <a:moveTo>
                  <a:pt x="421" y="468"/>
                </a:moveTo>
                <a:cubicBezTo>
                  <a:pt x="392" y="458"/>
                  <a:pt x="361" y="453"/>
                  <a:pt x="328" y="452"/>
                </a:cubicBezTo>
                <a:cubicBezTo>
                  <a:pt x="328" y="328"/>
                  <a:pt x="328" y="328"/>
                  <a:pt x="328" y="328"/>
                </a:cubicBezTo>
                <a:cubicBezTo>
                  <a:pt x="451" y="328"/>
                  <a:pt x="451" y="328"/>
                  <a:pt x="451" y="328"/>
                </a:cubicBezTo>
                <a:cubicBezTo>
                  <a:pt x="450" y="378"/>
                  <a:pt x="439" y="425"/>
                  <a:pt x="421" y="468"/>
                </a:cubicBezTo>
                <a:close/>
                <a:moveTo>
                  <a:pt x="328" y="308"/>
                </a:moveTo>
                <a:cubicBezTo>
                  <a:pt x="328" y="205"/>
                  <a:pt x="328" y="205"/>
                  <a:pt x="328" y="205"/>
                </a:cubicBezTo>
                <a:cubicBezTo>
                  <a:pt x="363" y="204"/>
                  <a:pt x="397" y="197"/>
                  <a:pt x="429" y="186"/>
                </a:cubicBezTo>
                <a:cubicBezTo>
                  <a:pt x="442" y="224"/>
                  <a:pt x="450" y="265"/>
                  <a:pt x="451" y="308"/>
                </a:cubicBezTo>
                <a:lnTo>
                  <a:pt x="328" y="308"/>
                </a:lnTo>
                <a:close/>
                <a:moveTo>
                  <a:pt x="111" y="134"/>
                </a:moveTo>
                <a:cubicBezTo>
                  <a:pt x="135" y="152"/>
                  <a:pt x="160" y="168"/>
                  <a:pt x="188" y="179"/>
                </a:cubicBezTo>
                <a:cubicBezTo>
                  <a:pt x="174" y="219"/>
                  <a:pt x="166" y="262"/>
                  <a:pt x="165" y="308"/>
                </a:cubicBezTo>
                <a:cubicBezTo>
                  <a:pt x="42" y="308"/>
                  <a:pt x="42" y="308"/>
                  <a:pt x="42" y="308"/>
                </a:cubicBezTo>
                <a:cubicBezTo>
                  <a:pt x="44" y="241"/>
                  <a:pt x="70" y="181"/>
                  <a:pt x="111" y="134"/>
                </a:cubicBezTo>
                <a:close/>
                <a:moveTo>
                  <a:pt x="42" y="328"/>
                </a:moveTo>
                <a:cubicBezTo>
                  <a:pt x="165" y="328"/>
                  <a:pt x="165" y="328"/>
                  <a:pt x="165" y="328"/>
                </a:cubicBezTo>
                <a:cubicBezTo>
                  <a:pt x="166" y="381"/>
                  <a:pt x="177" y="430"/>
                  <a:pt x="195" y="475"/>
                </a:cubicBezTo>
                <a:cubicBezTo>
                  <a:pt x="169" y="485"/>
                  <a:pt x="145" y="498"/>
                  <a:pt x="123" y="514"/>
                </a:cubicBezTo>
                <a:cubicBezTo>
                  <a:pt x="75" y="466"/>
                  <a:pt x="44" y="401"/>
                  <a:pt x="42" y="328"/>
                </a:cubicBezTo>
                <a:close/>
                <a:moveTo>
                  <a:pt x="513" y="514"/>
                </a:moveTo>
                <a:cubicBezTo>
                  <a:pt x="491" y="498"/>
                  <a:pt x="467" y="485"/>
                  <a:pt x="441" y="475"/>
                </a:cubicBezTo>
                <a:cubicBezTo>
                  <a:pt x="459" y="430"/>
                  <a:pt x="470" y="381"/>
                  <a:pt x="471" y="328"/>
                </a:cubicBezTo>
                <a:cubicBezTo>
                  <a:pt x="594" y="328"/>
                  <a:pt x="594" y="328"/>
                  <a:pt x="594" y="328"/>
                </a:cubicBezTo>
                <a:cubicBezTo>
                  <a:pt x="592" y="401"/>
                  <a:pt x="561" y="466"/>
                  <a:pt x="513" y="51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5" name="AutoShape 1">
            <a:extLst xmlns:a="http://schemas.openxmlformats.org/drawingml/2006/main">
              <a:ext uri="{FF2B5EF4-FFF2-40B4-BE49-F238E27FC236}">
                <a16:creationId xmlns:a16="http://schemas.microsoft.com/office/drawing/2014/main" id="{48F16F12-B004-4ABE-AAA8-42D597EF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5396" y="1149443"/>
            <a:ext cx="4266586" cy="2822929"/>
          </a:xfrm>
          <a:prstGeom xmlns:a="http://schemas.openxmlformats.org/drawingml/2006/main" prst="roundRect">
            <a:avLst>
              <a:gd name="adj" fmla="val 1292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CE4B65-6103-4C38-92A7-2A427C04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4022" y="1358784"/>
            <a:ext cx="4266587" cy="1998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7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97699FF-7AA4-40F4-81BC-DF7B89B3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7103" y="1203365"/>
            <a:ext cx="1706634" cy="355244"/>
          </a:xfrm>
          <a:prstGeom xmlns:a="http://schemas.openxmlformats.org/drawingml/2006/main" prst="roundRect">
            <a:avLst>
              <a:gd name="adj" fmla="val 11986"/>
            </a:avLst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8" name="Oval 4">
            <a:extLst xmlns:a="http://schemas.openxmlformats.org/drawingml/2006/main">
              <a:ext uri="{FF2B5EF4-FFF2-40B4-BE49-F238E27FC236}">
                <a16:creationId xmlns:a16="http://schemas.microsoft.com/office/drawing/2014/main" id="{D68B6E0E-D3C7-4493-A31B-8207DAE9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3472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9" name="Oval 5">
            <a:extLst xmlns:a="http://schemas.openxmlformats.org/drawingml/2006/main">
              <a:ext uri="{FF2B5EF4-FFF2-40B4-BE49-F238E27FC236}">
                <a16:creationId xmlns:a16="http://schemas.microsoft.com/office/drawing/2014/main" id="{AA3A8A3A-E81C-4F16-9EA2-9F11A977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70137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0" name="Oval 6">
            <a:extLst xmlns:a="http://schemas.openxmlformats.org/drawingml/2006/main">
              <a:ext uri="{FF2B5EF4-FFF2-40B4-BE49-F238E27FC236}">
                <a16:creationId xmlns:a16="http://schemas.microsoft.com/office/drawing/2014/main" id="{539165D2-E0B0-4B91-BDF2-5FF535A7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6801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1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B58995FD-774E-443F-8F74-D69C353C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4161" y="1396846"/>
            <a:ext cx="3205451" cy="12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3B3B3"/>
            </a:soli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5" name="Freeform 13">
            <a:extLst xmlns:a="http://schemas.openxmlformats.org/drawingml/2006/main">
              <a:ext uri="{FF2B5EF4-FFF2-40B4-BE49-F238E27FC236}">
                <a16:creationId xmlns:a16="http://schemas.microsoft.com/office/drawing/2014/main" id="{2EE8F120-DDD5-495E-8097-10825D0A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5003" y="1203365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2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6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99F88D3-5C91-4BBA-BE63-9371B4B3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5003" y="1240208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1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7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1C5DCC2-9B40-4DA3-AB2F-ED9C5D89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5003" y="1276945"/>
            <a:ext cx="24455" cy="24634"/>
          </a:xfrm>
          <a:custGeom xmlns:a="http://schemas.openxmlformats.org/drawingml/2006/main">
            <a:gdLst>
              <a:gd name="T0" fmla="*/ 168 w 193"/>
              <a:gd name="T1" fmla="*/ 0 h 193"/>
              <a:gd name="T2" fmla="*/ 24 w 193"/>
              <a:gd name="T3" fmla="*/ 0 h 193"/>
              <a:gd name="T4" fmla="*/ 0 w 193"/>
              <a:gd name="T5" fmla="*/ 25 h 193"/>
              <a:gd name="T6" fmla="*/ 0 w 193"/>
              <a:gd name="T7" fmla="*/ 169 h 193"/>
              <a:gd name="T8" fmla="*/ 24 w 193"/>
              <a:gd name="T9" fmla="*/ 193 h 193"/>
              <a:gd name="T10" fmla="*/ 168 w 193"/>
              <a:gd name="T11" fmla="*/ 193 h 193"/>
              <a:gd name="T12" fmla="*/ 193 w 193"/>
              <a:gd name="T13" fmla="*/ 169 h 193"/>
              <a:gd name="T14" fmla="*/ 193 w 193"/>
              <a:gd name="T15" fmla="*/ 25 h 193"/>
              <a:gd name="T16" fmla="*/ 168 w 193"/>
              <a:gd name="T17" fmla="*/ 0 h 193"/>
            </a:gdLst>
            <a:rect l="0" t="0" r="r" b="b"/>
            <a:pathLst>
              <a:path w="193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2" y="193"/>
                  <a:pt x="193" y="182"/>
                  <a:pt x="193" y="169"/>
                </a:cubicBezTo>
                <a:cubicBezTo>
                  <a:pt x="193" y="25"/>
                  <a:pt x="193" y="25"/>
                  <a:pt x="193" y="25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8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721D991-881C-4DBE-AF30-E47AE304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1632" y="1203365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9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7111254-2A6F-40F4-8741-1C703E43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1632" y="1240208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0" name="Freeform 18">
            <a:extLst xmlns:a="http://schemas.openxmlformats.org/drawingml/2006/main">
              <a:ext uri="{FF2B5EF4-FFF2-40B4-BE49-F238E27FC236}">
                <a16:creationId xmlns:a16="http://schemas.microsoft.com/office/drawing/2014/main" id="{3448ADF5-3363-4495-90EA-D3397EA0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1632" y="1276945"/>
            <a:ext cx="24294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1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11FFFD8-A688-46DB-9518-83D23CB9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28208" y="1203365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B48C2AB-505E-4332-A44A-9D533A65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28208" y="1240208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BFBAB80-64C2-4E27-A1CC-A218E6C3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28208" y="1276945"/>
            <a:ext cx="24348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0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3" name="Freeform 25">
            <a:extLst xmlns:a="http://schemas.openxmlformats.org/drawingml/2006/main">
              <a:ext uri="{FF2B5EF4-FFF2-40B4-BE49-F238E27FC236}">
                <a16:creationId xmlns:a16="http://schemas.microsoft.com/office/drawing/2014/main" id="{27106E3B-5EE5-442B-87E5-0B8163B9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0856706" y="1416310"/>
            <a:ext cx="92256" cy="81375"/>
          </a:xfrm>
          <a:custGeom xmlns:a="http://schemas.openxmlformats.org/drawingml/2006/main">
            <a:gdLst>
              <a:gd name="T0" fmla="*/ 504 w 896"/>
              <a:gd name="T1" fmla="*/ 0 h 784"/>
              <a:gd name="T2" fmla="*/ 116 w 896"/>
              <a:gd name="T3" fmla="*/ 336 h 784"/>
              <a:gd name="T4" fmla="*/ 0 w 896"/>
              <a:gd name="T5" fmla="*/ 336 h 784"/>
              <a:gd name="T6" fmla="*/ 168 w 896"/>
              <a:gd name="T7" fmla="*/ 560 h 784"/>
              <a:gd name="T8" fmla="*/ 336 w 896"/>
              <a:gd name="T9" fmla="*/ 336 h 784"/>
              <a:gd name="T10" fmla="*/ 230 w 896"/>
              <a:gd name="T11" fmla="*/ 336 h 784"/>
              <a:gd name="T12" fmla="*/ 504 w 896"/>
              <a:gd name="T13" fmla="*/ 112 h 784"/>
              <a:gd name="T14" fmla="*/ 784 w 896"/>
              <a:gd name="T15" fmla="*/ 392 h 784"/>
              <a:gd name="T16" fmla="*/ 504 w 896"/>
              <a:gd name="T17" fmla="*/ 672 h 784"/>
              <a:gd name="T18" fmla="*/ 504 w 896"/>
              <a:gd name="T19" fmla="*/ 784 h 784"/>
              <a:gd name="T20" fmla="*/ 896 w 896"/>
              <a:gd name="T21" fmla="*/ 392 h 784"/>
              <a:gd name="T22" fmla="*/ 504 w 896"/>
              <a:gd name="T23" fmla="*/ 0 h 784"/>
            </a:gdLst>
            <a:rect l="0" t="0" r="r" b="b"/>
            <a:pathLst>
              <a:path w="896" h="784">
                <a:moveTo>
                  <a:pt x="504" y="0"/>
                </a:moveTo>
                <a:cubicBezTo>
                  <a:pt x="307" y="0"/>
                  <a:pt x="144" y="146"/>
                  <a:pt x="116" y="336"/>
                </a:cubicBezTo>
                <a:cubicBezTo>
                  <a:pt x="0" y="336"/>
                  <a:pt x="0" y="336"/>
                  <a:pt x="0" y="336"/>
                </a:cubicBezTo>
                <a:cubicBezTo>
                  <a:pt x="168" y="560"/>
                  <a:pt x="168" y="560"/>
                  <a:pt x="168" y="560"/>
                </a:cubicBezTo>
                <a:cubicBezTo>
                  <a:pt x="336" y="336"/>
                  <a:pt x="336" y="336"/>
                  <a:pt x="336" y="336"/>
                </a:cubicBezTo>
                <a:cubicBezTo>
                  <a:pt x="230" y="336"/>
                  <a:pt x="230" y="336"/>
                  <a:pt x="230" y="336"/>
                </a:cubicBezTo>
                <a:cubicBezTo>
                  <a:pt x="256" y="208"/>
                  <a:pt x="369" y="112"/>
                  <a:pt x="504" y="112"/>
                </a:cubicBezTo>
                <a:cubicBezTo>
                  <a:pt x="658" y="112"/>
                  <a:pt x="784" y="238"/>
                  <a:pt x="784" y="392"/>
                </a:cubicBezTo>
                <a:cubicBezTo>
                  <a:pt x="784" y="546"/>
                  <a:pt x="658" y="672"/>
                  <a:pt x="504" y="672"/>
                </a:cubicBezTo>
                <a:cubicBezTo>
                  <a:pt x="504" y="784"/>
                  <a:pt x="504" y="784"/>
                  <a:pt x="504" y="784"/>
                </a:cubicBezTo>
                <a:cubicBezTo>
                  <a:pt x="721" y="784"/>
                  <a:pt x="896" y="609"/>
                  <a:pt x="896" y="392"/>
                </a:cubicBezTo>
                <a:cubicBezTo>
                  <a:pt x="896" y="175"/>
                  <a:pt x="721" y="0"/>
                  <a:pt x="50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4" name="Oval 6">
            <a:extLst xmlns:a="http://schemas.openxmlformats.org/drawingml/2006/main">
              <a:ext uri="{FF2B5EF4-FFF2-40B4-BE49-F238E27FC236}">
                <a16:creationId xmlns:a16="http://schemas.microsoft.com/office/drawing/2014/main" id="{AFFAA0AD-114A-4831-ACE3-B8C4258E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8667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 w="25400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4BEAEF8-91EF-49C8-A667-2BC7D51C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0494" y="1340551"/>
            <a:ext cx="962343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/>
                </a:solidFill>
                <a:latin typeface="Poppins Light"/>
                <a:ea typeface="Poppins Light"/>
                <a:cs typeface="Poppins Light"/>
              </a:rPr>
              <a:t>template-only</a:t>
            </a:r>
          </a:p>
        </p:txBody>
      </p:sp>
      <p:sp>
        <p:nvSpPr>
          <p:cNvPr id="34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C88632E-4E09-404A-9868-C0997FA1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4411" y="1425286"/>
            <a:ext cx="72445" cy="73024"/>
          </a:xfrm>
          <a:custGeom xmlns:a="http://schemas.openxmlformats.org/drawingml/2006/main">
            <a:gdLst>
              <a:gd name="T0" fmla="*/ 0 w 636"/>
              <a:gd name="T1" fmla="*/ 318 h 636"/>
              <a:gd name="T2" fmla="*/ 636 w 636"/>
              <a:gd name="T3" fmla="*/ 318 h 636"/>
              <a:gd name="T4" fmla="*/ 594 w 636"/>
              <a:gd name="T5" fmla="*/ 308 h 636"/>
              <a:gd name="T6" fmla="*/ 448 w 636"/>
              <a:gd name="T7" fmla="*/ 179 h 636"/>
              <a:gd name="T8" fmla="*/ 594 w 636"/>
              <a:gd name="T9" fmla="*/ 308 h 636"/>
              <a:gd name="T10" fmla="*/ 223 w 636"/>
              <a:gd name="T11" fmla="*/ 486 h 636"/>
              <a:gd name="T12" fmla="*/ 308 w 636"/>
              <a:gd name="T13" fmla="*/ 594 h 636"/>
              <a:gd name="T14" fmla="*/ 329 w 636"/>
              <a:gd name="T15" fmla="*/ 42 h 636"/>
              <a:gd name="T16" fmla="*/ 328 w 636"/>
              <a:gd name="T17" fmla="*/ 184 h 636"/>
              <a:gd name="T18" fmla="*/ 329 w 636"/>
              <a:gd name="T19" fmla="*/ 42 h 636"/>
              <a:gd name="T20" fmla="*/ 510 w 636"/>
              <a:gd name="T21" fmla="*/ 119 h 636"/>
              <a:gd name="T22" fmla="*/ 363 w 636"/>
              <a:gd name="T23" fmla="*/ 45 h 636"/>
              <a:gd name="T24" fmla="*/ 308 w 636"/>
              <a:gd name="T25" fmla="*/ 184 h 636"/>
              <a:gd name="T26" fmla="*/ 307 w 636"/>
              <a:gd name="T27" fmla="*/ 42 h 636"/>
              <a:gd name="T28" fmla="*/ 196 w 636"/>
              <a:gd name="T29" fmla="*/ 160 h 636"/>
              <a:gd name="T30" fmla="*/ 273 w 636"/>
              <a:gd name="T31" fmla="*/ 45 h 636"/>
              <a:gd name="T32" fmla="*/ 207 w 636"/>
              <a:gd name="T33" fmla="*/ 186 h 636"/>
              <a:gd name="T34" fmla="*/ 308 w 636"/>
              <a:gd name="T35" fmla="*/ 308 h 636"/>
              <a:gd name="T36" fmla="*/ 207 w 636"/>
              <a:gd name="T37" fmla="*/ 186 h 636"/>
              <a:gd name="T38" fmla="*/ 308 w 636"/>
              <a:gd name="T39" fmla="*/ 452 h 636"/>
              <a:gd name="T40" fmla="*/ 185 w 636"/>
              <a:gd name="T41" fmla="*/ 328 h 636"/>
              <a:gd name="T42" fmla="*/ 273 w 636"/>
              <a:gd name="T43" fmla="*/ 591 h 636"/>
              <a:gd name="T44" fmla="*/ 204 w 636"/>
              <a:gd name="T45" fmla="*/ 493 h 636"/>
              <a:gd name="T46" fmla="*/ 328 w 636"/>
              <a:gd name="T47" fmla="*/ 594 h 636"/>
              <a:gd name="T48" fmla="*/ 413 w 636"/>
              <a:gd name="T49" fmla="*/ 486 h 636"/>
              <a:gd name="T50" fmla="*/ 328 w 636"/>
              <a:gd name="T51" fmla="*/ 594 h 636"/>
              <a:gd name="T52" fmla="*/ 498 w 636"/>
              <a:gd name="T53" fmla="*/ 528 h 636"/>
              <a:gd name="T54" fmla="*/ 432 w 636"/>
              <a:gd name="T55" fmla="*/ 493 h 636"/>
              <a:gd name="T56" fmla="*/ 328 w 636"/>
              <a:gd name="T57" fmla="*/ 452 h 636"/>
              <a:gd name="T58" fmla="*/ 451 w 636"/>
              <a:gd name="T59" fmla="*/ 328 h 636"/>
              <a:gd name="T60" fmla="*/ 328 w 636"/>
              <a:gd name="T61" fmla="*/ 308 h 636"/>
              <a:gd name="T62" fmla="*/ 429 w 636"/>
              <a:gd name="T63" fmla="*/ 186 h 636"/>
              <a:gd name="T64" fmla="*/ 328 w 636"/>
              <a:gd name="T65" fmla="*/ 308 h 636"/>
              <a:gd name="T66" fmla="*/ 188 w 636"/>
              <a:gd name="T67" fmla="*/ 179 h 636"/>
              <a:gd name="T68" fmla="*/ 42 w 636"/>
              <a:gd name="T69" fmla="*/ 308 h 636"/>
              <a:gd name="T70" fmla="*/ 42 w 636"/>
              <a:gd name="T71" fmla="*/ 328 h 636"/>
              <a:gd name="T72" fmla="*/ 195 w 636"/>
              <a:gd name="T73" fmla="*/ 475 h 636"/>
              <a:gd name="T74" fmla="*/ 42 w 636"/>
              <a:gd name="T75" fmla="*/ 328 h 636"/>
              <a:gd name="T76" fmla="*/ 441 w 636"/>
              <a:gd name="T77" fmla="*/ 475 h 636"/>
              <a:gd name="T78" fmla="*/ 594 w 636"/>
              <a:gd name="T79" fmla="*/ 328 h 636"/>
            </a:gdLst>
            <a:rect l="0" t="0" r="r" b="b"/>
            <a:pathLst>
              <a:path w="636" h="636">
                <a:moveTo>
                  <a:pt x="318" y="0"/>
                </a:moveTo>
                <a:cubicBezTo>
                  <a:pt x="142" y="0"/>
                  <a:pt x="0" y="142"/>
                  <a:pt x="0" y="318"/>
                </a:cubicBezTo>
                <a:cubicBezTo>
                  <a:pt x="0" y="494"/>
                  <a:pt x="142" y="636"/>
                  <a:pt x="318" y="636"/>
                </a:cubicBezTo>
                <a:cubicBezTo>
                  <a:pt x="494" y="636"/>
                  <a:pt x="636" y="494"/>
                  <a:pt x="636" y="318"/>
                </a:cubicBezTo>
                <a:cubicBezTo>
                  <a:pt x="636" y="142"/>
                  <a:pt x="494" y="0"/>
                  <a:pt x="318" y="0"/>
                </a:cubicBezTo>
                <a:close/>
                <a:moveTo>
                  <a:pt x="594" y="308"/>
                </a:moveTo>
                <a:cubicBezTo>
                  <a:pt x="471" y="308"/>
                  <a:pt x="471" y="308"/>
                  <a:pt x="471" y="308"/>
                </a:cubicBezTo>
                <a:cubicBezTo>
                  <a:pt x="470" y="262"/>
                  <a:pt x="462" y="219"/>
                  <a:pt x="448" y="179"/>
                </a:cubicBezTo>
                <a:cubicBezTo>
                  <a:pt x="476" y="168"/>
                  <a:pt x="501" y="152"/>
                  <a:pt x="525" y="134"/>
                </a:cubicBezTo>
                <a:cubicBezTo>
                  <a:pt x="566" y="181"/>
                  <a:pt x="592" y="241"/>
                  <a:pt x="594" y="308"/>
                </a:cubicBezTo>
                <a:close/>
                <a:moveTo>
                  <a:pt x="307" y="594"/>
                </a:moveTo>
                <a:cubicBezTo>
                  <a:pt x="273" y="566"/>
                  <a:pt x="244" y="529"/>
                  <a:pt x="223" y="486"/>
                </a:cubicBezTo>
                <a:cubicBezTo>
                  <a:pt x="250" y="478"/>
                  <a:pt x="278" y="473"/>
                  <a:pt x="308" y="472"/>
                </a:cubicBezTo>
                <a:cubicBezTo>
                  <a:pt x="308" y="594"/>
                  <a:pt x="308" y="594"/>
                  <a:pt x="308" y="594"/>
                </a:cubicBezTo>
                <a:cubicBezTo>
                  <a:pt x="307" y="594"/>
                  <a:pt x="307" y="594"/>
                  <a:pt x="307" y="594"/>
                </a:cubicBezTo>
                <a:close/>
                <a:moveTo>
                  <a:pt x="329" y="42"/>
                </a:moveTo>
                <a:cubicBezTo>
                  <a:pt x="368" y="74"/>
                  <a:pt x="400" y="117"/>
                  <a:pt x="421" y="167"/>
                </a:cubicBezTo>
                <a:cubicBezTo>
                  <a:pt x="392" y="177"/>
                  <a:pt x="361" y="183"/>
                  <a:pt x="328" y="184"/>
                </a:cubicBezTo>
                <a:cubicBezTo>
                  <a:pt x="328" y="42"/>
                  <a:pt x="328" y="42"/>
                  <a:pt x="328" y="42"/>
                </a:cubicBezTo>
                <a:cubicBezTo>
                  <a:pt x="329" y="42"/>
                  <a:pt x="329" y="42"/>
                  <a:pt x="329" y="42"/>
                </a:cubicBezTo>
                <a:close/>
                <a:moveTo>
                  <a:pt x="363" y="45"/>
                </a:moveTo>
                <a:cubicBezTo>
                  <a:pt x="420" y="55"/>
                  <a:pt x="471" y="81"/>
                  <a:pt x="510" y="119"/>
                </a:cubicBezTo>
                <a:cubicBezTo>
                  <a:pt x="489" y="136"/>
                  <a:pt x="466" y="150"/>
                  <a:pt x="440" y="160"/>
                </a:cubicBezTo>
                <a:cubicBezTo>
                  <a:pt x="421" y="116"/>
                  <a:pt x="395" y="77"/>
                  <a:pt x="363" y="45"/>
                </a:cubicBezTo>
                <a:close/>
                <a:moveTo>
                  <a:pt x="308" y="42"/>
                </a:moveTo>
                <a:cubicBezTo>
                  <a:pt x="308" y="184"/>
                  <a:pt x="308" y="184"/>
                  <a:pt x="308" y="184"/>
                </a:cubicBezTo>
                <a:cubicBezTo>
                  <a:pt x="275" y="183"/>
                  <a:pt x="244" y="177"/>
                  <a:pt x="215" y="167"/>
                </a:cubicBezTo>
                <a:cubicBezTo>
                  <a:pt x="236" y="117"/>
                  <a:pt x="268" y="74"/>
                  <a:pt x="307" y="42"/>
                </a:cubicBezTo>
                <a:cubicBezTo>
                  <a:pt x="307" y="42"/>
                  <a:pt x="307" y="42"/>
                  <a:pt x="308" y="42"/>
                </a:cubicBezTo>
                <a:close/>
                <a:moveTo>
                  <a:pt x="196" y="160"/>
                </a:moveTo>
                <a:cubicBezTo>
                  <a:pt x="171" y="150"/>
                  <a:pt x="147" y="136"/>
                  <a:pt x="126" y="119"/>
                </a:cubicBezTo>
                <a:cubicBezTo>
                  <a:pt x="165" y="81"/>
                  <a:pt x="216" y="55"/>
                  <a:pt x="273" y="45"/>
                </a:cubicBezTo>
                <a:cubicBezTo>
                  <a:pt x="241" y="77"/>
                  <a:pt x="215" y="116"/>
                  <a:pt x="196" y="160"/>
                </a:cubicBezTo>
                <a:close/>
                <a:moveTo>
                  <a:pt x="207" y="186"/>
                </a:moveTo>
                <a:cubicBezTo>
                  <a:pt x="239" y="197"/>
                  <a:pt x="273" y="204"/>
                  <a:pt x="308" y="205"/>
                </a:cubicBezTo>
                <a:cubicBezTo>
                  <a:pt x="308" y="308"/>
                  <a:pt x="308" y="308"/>
                  <a:pt x="308" y="308"/>
                </a:cubicBezTo>
                <a:cubicBezTo>
                  <a:pt x="185" y="308"/>
                  <a:pt x="185" y="308"/>
                  <a:pt x="185" y="308"/>
                </a:cubicBezTo>
                <a:cubicBezTo>
                  <a:pt x="186" y="265"/>
                  <a:pt x="194" y="224"/>
                  <a:pt x="207" y="186"/>
                </a:cubicBezTo>
                <a:close/>
                <a:moveTo>
                  <a:pt x="308" y="328"/>
                </a:moveTo>
                <a:cubicBezTo>
                  <a:pt x="308" y="452"/>
                  <a:pt x="308" y="452"/>
                  <a:pt x="308" y="452"/>
                </a:cubicBezTo>
                <a:cubicBezTo>
                  <a:pt x="275" y="453"/>
                  <a:pt x="244" y="458"/>
                  <a:pt x="215" y="468"/>
                </a:cubicBezTo>
                <a:cubicBezTo>
                  <a:pt x="197" y="425"/>
                  <a:pt x="186" y="378"/>
                  <a:pt x="185" y="328"/>
                </a:cubicBezTo>
                <a:lnTo>
                  <a:pt x="308" y="328"/>
                </a:lnTo>
                <a:close/>
                <a:moveTo>
                  <a:pt x="273" y="591"/>
                </a:moveTo>
                <a:cubicBezTo>
                  <a:pt x="222" y="582"/>
                  <a:pt x="176" y="560"/>
                  <a:pt x="138" y="528"/>
                </a:cubicBezTo>
                <a:cubicBezTo>
                  <a:pt x="158" y="514"/>
                  <a:pt x="180" y="502"/>
                  <a:pt x="204" y="493"/>
                </a:cubicBezTo>
                <a:cubicBezTo>
                  <a:pt x="222" y="531"/>
                  <a:pt x="245" y="563"/>
                  <a:pt x="273" y="591"/>
                </a:cubicBezTo>
                <a:close/>
                <a:moveTo>
                  <a:pt x="328" y="594"/>
                </a:moveTo>
                <a:cubicBezTo>
                  <a:pt x="328" y="472"/>
                  <a:pt x="328" y="472"/>
                  <a:pt x="328" y="472"/>
                </a:cubicBezTo>
                <a:cubicBezTo>
                  <a:pt x="358" y="473"/>
                  <a:pt x="386" y="478"/>
                  <a:pt x="413" y="486"/>
                </a:cubicBezTo>
                <a:cubicBezTo>
                  <a:pt x="392" y="529"/>
                  <a:pt x="363" y="566"/>
                  <a:pt x="329" y="594"/>
                </a:cubicBezTo>
                <a:cubicBezTo>
                  <a:pt x="329" y="594"/>
                  <a:pt x="329" y="594"/>
                  <a:pt x="328" y="594"/>
                </a:cubicBezTo>
                <a:close/>
                <a:moveTo>
                  <a:pt x="432" y="493"/>
                </a:moveTo>
                <a:cubicBezTo>
                  <a:pt x="456" y="502"/>
                  <a:pt x="478" y="514"/>
                  <a:pt x="498" y="528"/>
                </a:cubicBezTo>
                <a:cubicBezTo>
                  <a:pt x="460" y="560"/>
                  <a:pt x="414" y="582"/>
                  <a:pt x="363" y="591"/>
                </a:cubicBezTo>
                <a:cubicBezTo>
                  <a:pt x="391" y="563"/>
                  <a:pt x="414" y="531"/>
                  <a:pt x="432" y="493"/>
                </a:cubicBezTo>
                <a:close/>
                <a:moveTo>
                  <a:pt x="421" y="468"/>
                </a:moveTo>
                <a:cubicBezTo>
                  <a:pt x="392" y="458"/>
                  <a:pt x="361" y="453"/>
                  <a:pt x="328" y="452"/>
                </a:cubicBezTo>
                <a:cubicBezTo>
                  <a:pt x="328" y="328"/>
                  <a:pt x="328" y="328"/>
                  <a:pt x="328" y="328"/>
                </a:cubicBezTo>
                <a:cubicBezTo>
                  <a:pt x="451" y="328"/>
                  <a:pt x="451" y="328"/>
                  <a:pt x="451" y="328"/>
                </a:cubicBezTo>
                <a:cubicBezTo>
                  <a:pt x="450" y="378"/>
                  <a:pt x="439" y="425"/>
                  <a:pt x="421" y="468"/>
                </a:cubicBezTo>
                <a:close/>
                <a:moveTo>
                  <a:pt x="328" y="308"/>
                </a:moveTo>
                <a:cubicBezTo>
                  <a:pt x="328" y="205"/>
                  <a:pt x="328" y="205"/>
                  <a:pt x="328" y="205"/>
                </a:cubicBezTo>
                <a:cubicBezTo>
                  <a:pt x="363" y="204"/>
                  <a:pt x="397" y="197"/>
                  <a:pt x="429" y="186"/>
                </a:cubicBezTo>
                <a:cubicBezTo>
                  <a:pt x="442" y="224"/>
                  <a:pt x="450" y="265"/>
                  <a:pt x="451" y="308"/>
                </a:cubicBezTo>
                <a:lnTo>
                  <a:pt x="328" y="308"/>
                </a:lnTo>
                <a:close/>
                <a:moveTo>
                  <a:pt x="111" y="134"/>
                </a:moveTo>
                <a:cubicBezTo>
                  <a:pt x="135" y="152"/>
                  <a:pt x="160" y="168"/>
                  <a:pt x="188" y="179"/>
                </a:cubicBezTo>
                <a:cubicBezTo>
                  <a:pt x="174" y="219"/>
                  <a:pt x="166" y="262"/>
                  <a:pt x="165" y="308"/>
                </a:cubicBezTo>
                <a:cubicBezTo>
                  <a:pt x="42" y="308"/>
                  <a:pt x="42" y="308"/>
                  <a:pt x="42" y="308"/>
                </a:cubicBezTo>
                <a:cubicBezTo>
                  <a:pt x="44" y="241"/>
                  <a:pt x="70" y="181"/>
                  <a:pt x="111" y="134"/>
                </a:cubicBezTo>
                <a:close/>
                <a:moveTo>
                  <a:pt x="42" y="328"/>
                </a:moveTo>
                <a:cubicBezTo>
                  <a:pt x="165" y="328"/>
                  <a:pt x="165" y="328"/>
                  <a:pt x="165" y="328"/>
                </a:cubicBezTo>
                <a:cubicBezTo>
                  <a:pt x="166" y="381"/>
                  <a:pt x="177" y="430"/>
                  <a:pt x="195" y="475"/>
                </a:cubicBezTo>
                <a:cubicBezTo>
                  <a:pt x="169" y="485"/>
                  <a:pt x="145" y="498"/>
                  <a:pt x="123" y="514"/>
                </a:cubicBezTo>
                <a:cubicBezTo>
                  <a:pt x="75" y="466"/>
                  <a:pt x="44" y="401"/>
                  <a:pt x="42" y="328"/>
                </a:cubicBezTo>
                <a:close/>
                <a:moveTo>
                  <a:pt x="513" y="514"/>
                </a:moveTo>
                <a:cubicBezTo>
                  <a:pt x="491" y="498"/>
                  <a:pt x="467" y="485"/>
                  <a:pt x="441" y="475"/>
                </a:cubicBezTo>
                <a:cubicBezTo>
                  <a:pt x="459" y="430"/>
                  <a:pt x="470" y="381"/>
                  <a:pt x="471" y="328"/>
                </a:cubicBezTo>
                <a:cubicBezTo>
                  <a:pt x="594" y="328"/>
                  <a:pt x="594" y="328"/>
                  <a:pt x="594" y="328"/>
                </a:cubicBezTo>
                <a:cubicBezTo>
                  <a:pt x="592" y="401"/>
                  <a:pt x="561" y="466"/>
                  <a:pt x="513" y="51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rPr>
                <a:solidFill>
                  <a:schemeClr val="accent5"/>
                </a:solidFill>
              </a:rPr>
              <a:t>7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Живой диалог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Интересы оппонента, структурированное предложение и явный выход из переговоров.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Честный разбор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Сделка ниже BATNA получает предупреждение. Награда и причинные обещания не показываются.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00" name="Рисунок 4"/>
          <p:cNvPicPr>
            <a:picLocks xmlns:a="http://schemas.openxmlformats.org/drawingml/2006/main" noChangeAspect="1"/>
          </p:cNvPicPr>
          <p:nvPr>
            <p:ph type="pic" idx="14"/>
          </p:nvPr>
        </p:nvPicPr>
        <p:blipFill>
          <a:blip xmlns:r="http://schemas.openxmlformats.org/officeDocument/2006/relationships" xmlns:a="http://schemas.openxmlformats.org/drawingml/2006/main" r:embed="R747e9f39323b425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210628" y="1578007"/>
            <a:ext cx="4121658" cy="2284000"/>
          </a:xfrm>
          <a:prstGeom xmlns:a="http://schemas.openxmlformats.org/drawingml/2006/main" prst="rect">
            <a:avLst/>
          </a:prstGeom>
        </p:spPr>
      </p:pic>
      <p:pic>
        <p:nvPicPr>
          <p:cNvPr id="101" name="Рисунок 5"/>
          <p:cNvPicPr>
            <a:picLocks xmlns:a="http://schemas.openxmlformats.org/drawingml/2006/main" noChangeAspect="1"/>
          </p:cNvPicPr>
          <p:nvPr>
            <p:ph type="pic" idx="18"/>
          </p:nvPr>
        </p:nvPicPr>
        <p:blipFill>
          <a:blip xmlns:r="http://schemas.openxmlformats.org/officeDocument/2006/relationships" xmlns:a="http://schemas.openxmlformats.org/drawingml/2006/main" r:embed="Reaf98ac30418454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855524" y="1578007"/>
            <a:ext cx="4121658" cy="2284000"/>
          </a:xfrm>
          <a:prstGeom xmlns:a="http://schemas.openxmlformats.org/drawingml/2006/main" prst="rect">
            <a:avLst/>
          </a:prstGeom>
        </p:spPr>
      </p:pic>
      <p:sp>
        <p:nvSpPr>
          <p:cNvPr id="55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ДЕМО: ХОД → РАЗБОР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5986fce15a34f4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Скругленный 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 xmlns:a="http://schemas.openxmlformats.org/drawingml/2006/main"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rPr>
                <a:solidFill>
                  <a:schemeClr val="accent5"/>
                </a:solidFill>
              </a:rPr>
              <a:t>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СЕЙЧАС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814077"/>
            <a:ext cx="2526079" cy="112068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Parser safety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Pinned demo path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ФИНАЛ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814077"/>
            <a:ext cx="2526079" cy="112068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Public filtered repo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Frozen template stand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1 МЕСЯЦ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814077"/>
            <a:ext cx="2526079" cy="112068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Авторинг кейсов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Pilot analytics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3 МЕСЯЦА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5181340"/>
            <a:ext cx="2526079" cy="112068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LMS / SSO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Team dashboards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0977"/>
                </a:solidFill>
              </a:defRPr>
            </a:pPr>
            <a:r>
              <a:rPr sz="1500" b="1">
                <a:solidFill>
                  <a:srgbClr val="520977"/>
                </a:solidFill>
              </a:rPr>
              <a:t>ПОСЛЕ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5181340"/>
            <a:ext cx="2526079" cy="112068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Agent benchmark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>
              <a:defRPr sz="1275">
                <a:solidFill>
                  <a:srgbClr val="1C1D22"/>
                </a:solidFill>
              </a:defRPr>
            </a:pPr>
            <a:r>
              <a:rPr sz="1275">
                <a:solidFill>
                  <a:srgbClr val="1C1D22"/>
                </a:solidFill>
              </a:rPr>
              <a:t>Private deployment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4" name="Прямая соединительная линия 33">
            <a:extLst xmlns:a="http://schemas.openxmlformats.org/drawingml/2006/main">
              <a:ext uri="{FF2B5EF4-FFF2-40B4-BE49-F238E27FC236}">
                <a16:creationId xmlns:a16="http://schemas.microsoft.com/office/drawing/2014/main" id="{A24024E3-CEE1-4CAA-8D9C-1DF560B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40" y="3860224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Прямая соединительная линия 34">
            <a:extLst xmlns:a="http://schemas.openxmlformats.org/drawingml/2006/main">
              <a:ext uri="{FF2B5EF4-FFF2-40B4-BE49-F238E27FC236}">
                <a16:creationId xmlns:a16="http://schemas.microsoft.com/office/drawing/2014/main" id="{EFEFE8AE-33E5-4086-BABF-F4EE8898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137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Прямая соединительная линия 35">
            <a:extLst xmlns:a="http://schemas.openxmlformats.org/drawingml/2006/main">
              <a:ext uri="{FF2B5EF4-FFF2-40B4-BE49-F238E27FC236}">
                <a16:creationId xmlns:a16="http://schemas.microsoft.com/office/drawing/2014/main" id="{F79AA91B-69FD-40A0-A51F-7D31F5B6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334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Прямая соединительная линия 36">
            <a:extLst xmlns:a="http://schemas.openxmlformats.org/drawingml/2006/main">
              <a:ext uri="{FF2B5EF4-FFF2-40B4-BE49-F238E27FC236}">
                <a16:creationId xmlns:a16="http://schemas.microsoft.com/office/drawing/2014/main" id="{73D81751-BA5B-4F3C-BC08-8818935D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467" y="3862139"/>
            <a:ext cx="1332545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Прямая соединительная линия 37">
            <a:extLst xmlns:a="http://schemas.openxmlformats.org/drawingml/2006/main">
              <a:ext uri="{FF2B5EF4-FFF2-40B4-BE49-F238E27FC236}">
                <a16:creationId xmlns:a16="http://schemas.microsoft.com/office/drawing/2014/main" id="{F9E67623-C22E-469D-B02C-5814C334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114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Прямая соединительная линия 38">
            <a:extLst xmlns:a="http://schemas.openxmlformats.org/drawingml/2006/main">
              <a:ext uri="{FF2B5EF4-FFF2-40B4-BE49-F238E27FC236}">
                <a16:creationId xmlns:a16="http://schemas.microsoft.com/office/drawing/2014/main" id="{E3D02377-9A46-4B46-B041-95C07945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312" y="4216228"/>
            <a:ext cx="1245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Прямая соединительная линия 39">
            <a:extLst xmlns:a="http://schemas.openxmlformats.org/drawingml/2006/main">
              <a:ext uri="{FF2B5EF4-FFF2-40B4-BE49-F238E27FC236}">
                <a16:creationId xmlns:a16="http://schemas.microsoft.com/office/drawing/2014/main" id="{56D776F0-DB87-4FE2-8214-7991379B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4762"/>
            <a:ext cx="5509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Прямая соединительная линия 40">
            <a:extLst xmlns:a="http://schemas.openxmlformats.org/drawingml/2006/main">
              <a:ext uri="{FF2B5EF4-FFF2-40B4-BE49-F238E27FC236}">
                <a16:creationId xmlns:a16="http://schemas.microsoft.com/office/drawing/2014/main" id="{BE5164BB-B6A5-406D-BD40-96105DC2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343442" y="4216228"/>
            <a:ext cx="4264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Прямая соединительная линия 41">
            <a:extLst xmlns:a="http://schemas.openxmlformats.org/drawingml/2006/main">
              <a:ext uri="{FF2B5EF4-FFF2-40B4-BE49-F238E27FC236}">
                <a16:creationId xmlns:a16="http://schemas.microsoft.com/office/drawing/2014/main" id="{338C0E10-70BB-4C80-B5AC-9592000E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3901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Скругленный прямоугольник 42">
            <a:extLst xmlns:a="http://schemas.openxmlformats.org/drawingml/2006/main"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26" y="3508049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1</a:t>
            </a:r>
          </a:p>
        </p:txBody>
      </p:sp>
      <p:sp>
        <p:nvSpPr>
          <p:cNvPr id="44" name="Скругленный прямоугольник 43">
            <a:extLst xmlns:a="http://schemas.openxmlformats.org/drawingml/2006/main"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397" y="350613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2</a:t>
            </a:r>
          </a:p>
        </p:txBody>
      </p:sp>
      <p:sp>
        <p:nvSpPr>
          <p:cNvPr id="45" name="Скругленный прямоугольник 44">
            <a:extLst xmlns:a="http://schemas.openxmlformats.org/drawingml/2006/main"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594" y="351625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3</a:t>
            </a:r>
          </a:p>
        </p:txBody>
      </p:sp>
      <p:sp>
        <p:nvSpPr>
          <p:cNvPr id="53" name="Скругленный прямоугольник 52">
            <a:extLst xmlns:a="http://schemas.openxmlformats.org/drawingml/2006/main"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752" y="350613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4</a:t>
            </a:r>
          </a:p>
        </p:txBody>
      </p:sp>
      <p:sp>
        <p:nvSpPr>
          <p:cNvPr id="54" name="Скругленный прямоугольник 53">
            <a:extLst xmlns:a="http://schemas.openxmlformats.org/drawingml/2006/main"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012" y="353862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5</a:t>
            </a:r>
          </a:p>
        </p:txBody>
      </p:sp>
      <p:sp>
        <p:nvSpPr>
          <p:cNvPr id="15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РАЗВИТИЯ</a:t>
            </a:r>
            <a:endParaRPr/>
          </a:p>
        </p:txBody>
      </p:sp>
      <p:sp>
        <p:nvSpPr>
          <p:cNvPr id="14" name="Скругленный 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6" name="Скругленный 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1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8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78" y="4825338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708" y="4791290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2026-09-27T18:20:15.4320000Z</dcterms:created>
  <dcterms:modified xsi:type="dcterms:W3CDTF">2026-09-27T18:20:15.4320000Z</dcterms:modified>
</coreProperties>
</file>