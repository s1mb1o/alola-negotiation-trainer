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540bb955904415" /><Relationship Type="http://schemas.openxmlformats.org/officeDocument/2006/relationships/extended-properties" Target="/docProps/app.xml" Id="R1f4c18da19df4e99" /><Relationship Type="http://schemas.openxmlformats.org/officeDocument/2006/relationships/officeDocument" Target="/ppt/presentation.xml" Id="R9d0e8660a07940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e133995ed14984"/>
  </p:sldMasterIdLst>
  <p:notesMasterIdLst>
    <p:notesMasterId xmlns:r="http://schemas.openxmlformats.org/officeDocument/2006/relationships" r:id="R9e1b727a05ef4c4a"/>
  </p:notesMasterIdLst>
  <p:sldIdLst>
    <p:sldId xmlns:r="http://schemas.openxmlformats.org/officeDocument/2006/relationships" id="256" r:id="R1cfbfe4970bd4a3d"/>
    <p:sldId xmlns:r="http://schemas.openxmlformats.org/officeDocument/2006/relationships" id="257" r:id="R63be696573f943a3"/>
    <p:sldId xmlns:r="http://schemas.openxmlformats.org/officeDocument/2006/relationships" id="258" r:id="Rf7a39773ad6e4353"/>
    <p:sldId xmlns:r="http://schemas.openxmlformats.org/officeDocument/2006/relationships" id="259" r:id="Rfe74efc5428743f6"/>
    <p:sldId xmlns:r="http://schemas.openxmlformats.org/officeDocument/2006/relationships" id="260" r:id="R852412192e774371"/>
    <p:sldId xmlns:r="http://schemas.openxmlformats.org/officeDocument/2006/relationships" id="261" r:id="R926ccdc42ce14b4b"/>
    <p:sldId xmlns:r="http://schemas.openxmlformats.org/officeDocument/2006/relationships" id="262" r:id="R34d8035e563541fa"/>
    <p:sldId xmlns:r="http://schemas.openxmlformats.org/officeDocument/2006/relationships" id="263" r:id="R971b96ec430a4121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11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22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32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43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554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2658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199765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6877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58b2b6953b4804" /><Relationship Type="http://schemas.openxmlformats.org/officeDocument/2006/relationships/slideMaster" Target="/ppt/slideMasters/slideMaster1.xml" Id="R87e133995ed14984" /><Relationship Type="http://schemas.openxmlformats.org/officeDocument/2006/relationships/notesMaster" Target="/ppt/notesMasters/notesMaster1.xml" Id="R9e1b727a05ef4c4a" /><Relationship Type="http://schemas.openxmlformats.org/officeDocument/2006/relationships/presProps" Target="/ppt/presProps.xml" Id="R104c5f137d8f4377" /><Relationship Type="http://schemas.openxmlformats.org/officeDocument/2006/relationships/viewProps" Target="/ppt/viewProps.xml" Id="R0992cf7f9c1d4ce0" /><Relationship Type="http://schemas.openxmlformats.org/officeDocument/2006/relationships/tableStyles" Target="/ppt/tableStyles.xml" Id="R2a382b28eb7b4cdb" /><Relationship Type="http://schemas.openxmlformats.org/officeDocument/2006/relationships/slide" Target="/ppt/slides/slide1.xml" Id="R1cfbfe4970bd4a3d" /><Relationship Type="http://schemas.openxmlformats.org/officeDocument/2006/relationships/slide" Target="/ppt/slides/slide2.xml" Id="R63be696573f943a3" /><Relationship Type="http://schemas.openxmlformats.org/officeDocument/2006/relationships/slide" Target="/ppt/slides/slide3.xml" Id="Rf7a39773ad6e4353" /><Relationship Type="http://schemas.openxmlformats.org/officeDocument/2006/relationships/slide" Target="/ppt/slides/slide4.xml" Id="Rfe74efc5428743f6" /><Relationship Type="http://schemas.openxmlformats.org/officeDocument/2006/relationships/slide" Target="/ppt/slides/slide5.xml" Id="R852412192e774371" /><Relationship Type="http://schemas.openxmlformats.org/officeDocument/2006/relationships/slide" Target="/ppt/slides/slide6.xml" Id="R926ccdc42ce14b4b" /><Relationship Type="http://schemas.openxmlformats.org/officeDocument/2006/relationships/slide" Target="/ppt/slides/slide7.xml" Id="R34d8035e563541fa" /><Relationship Type="http://schemas.openxmlformats.org/officeDocument/2006/relationships/slide" Target="/ppt/slides/slide8.xml" Id="R971b96ec430a41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1ec03384b943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0d55ab7a044209" /><Relationship Type="http://schemas.openxmlformats.org/officeDocument/2006/relationships/notesMaster" Target="/ppt/notesMasters/notesMaster1.xml" Id="R24b7fc1634fb47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2b637133ef47a2" /><Relationship Type="http://schemas.openxmlformats.org/officeDocument/2006/relationships/notesMaster" Target="/ppt/notesMasters/notesMaster1.xml" Id="Rffc54d40749f48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27ff7af22242b4" /><Relationship Type="http://schemas.openxmlformats.org/officeDocument/2006/relationships/notesMaster" Target="/ppt/notesMasters/notesMaster1.xml" Id="Rb9604a06941644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b9e33355be45cd" /><Relationship Type="http://schemas.openxmlformats.org/officeDocument/2006/relationships/notesMaster" Target="/ppt/notesMasters/notesMaster1.xml" Id="R49184bcfecde4f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216941b7944562" /><Relationship Type="http://schemas.openxmlformats.org/officeDocument/2006/relationships/notesMaster" Target="/ppt/notesMasters/notesMaster1.xml" Id="R63cf6fe7d7564d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92964d7c3a4168" /><Relationship Type="http://schemas.openxmlformats.org/officeDocument/2006/relationships/notesMaster" Target="/ppt/notesMasters/notesMaster1.xml" Id="R4101a39e408948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00c6f67f0c4882" /><Relationship Type="http://schemas.openxmlformats.org/officeDocument/2006/relationships/notesMaster" Target="/ppt/notesMasters/notesMaster1.xml" Id="Re87a969c164a4e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dbfc32319848c6" /><Relationship Type="http://schemas.openxmlformats.org/officeDocument/2006/relationships/notesMaster" Target="/ppt/notesMasters/notesMaster1.xml" Id="R802982d985034f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README.md; docs/sources/lct2026-task9-2026-09-15/task-9-specification.pdf.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README.md; docs/architecture.md; docs/decisions/2026-09-24_training-loop.md.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Личные данные намеренно не добавлены. Используйте только зарегистрированные сведения после согласия участников.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README.md; docs/offer-session-protocol.md; backend/tests/test_release_semantic_safety.py.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docs/architecture.md; docs/api.md; docs/human-training-guide.md.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AGENTS.md; docs/architecture.md; docs/offer-session-protocol.md.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изображений: реальные локальные экраны template-only стенда, 2026-09-27. Результат 26 относится к конкретному тестовому пути и не является метрикой эффективности обучения.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docs/plans/14_reach-90-plus.md; docs/release/template-stand-runbook.md. Внешняя публикация и стенд остаются действиями владельца.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3f6a1e463147e0" /><Relationship Type="http://schemas.openxmlformats.org/officeDocument/2006/relationships/image" Target="/ppt/media/image2.png" Id="R3f9a9afb041e42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2e74369b1d41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69b2739e1946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03b942ef8942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8e8b1c2df4d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759b45cdec44f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c22fa85ad24f1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a9b87df7d449a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9d4147793495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cd4b84113c4ac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22ff1d144c43f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dd6ef6191f468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8b2ebcecf540b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7ab81565174c0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33523aba7e429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18b4b38ed44230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f2b8bd64c64c65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ba8117307a423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102d990274184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eb1f52f20642ec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f06e8d9f034aec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a7ef74985d4f8e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0eb96e20af418d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3f9a9afb041e42e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14.09.2026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14.09.2026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14.09.2026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14.09.2026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14.09.2026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14.09.2026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207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28837a012f748b3" /><Relationship Type="http://schemas.openxmlformats.org/officeDocument/2006/relationships/theme" Target="/ppt/slideMasters/theme/theme2.xml" Id="R5d0feedaf97b4d6f" /><Relationship Type="http://schemas.openxmlformats.org/officeDocument/2006/relationships/slideLayout" Target="/ppt/slideLayouts/slideLayout1.xml" Id="R2353dd5db6974ae9" /><Relationship Type="http://schemas.openxmlformats.org/officeDocument/2006/relationships/slideLayout" Target="/ppt/slideLayouts/slideLayout2.xml" Id="R6e7751061292488f" /><Relationship Type="http://schemas.openxmlformats.org/officeDocument/2006/relationships/slideLayout" Target="/ppt/slideLayouts/slideLayout3.xml" Id="Reab42339bb414bb8" /><Relationship Type="http://schemas.openxmlformats.org/officeDocument/2006/relationships/slideLayout" Target="/ppt/slideLayouts/slideLayout4.xml" Id="Rab6df366ccb1454e" /><Relationship Type="http://schemas.openxmlformats.org/officeDocument/2006/relationships/slideLayout" Target="/ppt/slideLayouts/slideLayout5.xml" Id="Raa564dff006641c8" /><Relationship Type="http://schemas.openxmlformats.org/officeDocument/2006/relationships/slideLayout" Target="/ppt/slideLayouts/slideLayout6.xml" Id="R9cf9129765264b6e" /><Relationship Type="http://schemas.openxmlformats.org/officeDocument/2006/relationships/slideLayout" Target="/ppt/slideLayouts/slideLayout7.xml" Id="Rb5128ac3107d4bc2" /><Relationship Type="http://schemas.openxmlformats.org/officeDocument/2006/relationships/slideLayout" Target="/ppt/slideLayouts/slideLayout8.xml" Id="Re1f57ff53eec4a57" /><Relationship Type="http://schemas.openxmlformats.org/officeDocument/2006/relationships/slideLayout" Target="/ppt/slideLayouts/slideLayout9.xml" Id="Raa5753d92908489d" /><Relationship Type="http://schemas.openxmlformats.org/officeDocument/2006/relationships/slideLayout" Target="/ppt/slideLayouts/slideLayout10.xml" Id="R8d00cd423cd44bd2" /><Relationship Type="http://schemas.openxmlformats.org/officeDocument/2006/relationships/slideLayout" Target="/ppt/slideLayouts/slideLayout11.xml" Id="Rab5d8070e4e749f0" /><Relationship Type="http://schemas.openxmlformats.org/officeDocument/2006/relationships/slideLayout" Target="/ppt/slideLayouts/slideLayout12.xml" Id="R80973772b4e24a9b" /><Relationship Type="http://schemas.openxmlformats.org/officeDocument/2006/relationships/slideLayout" Target="/ppt/slideLayouts/slideLayout13.xml" Id="R12e167219c074259" /><Relationship Type="http://schemas.openxmlformats.org/officeDocument/2006/relationships/slideLayout" Target="/ppt/slideLayouts/slideLayout14.xml" Id="R43c09437feaa4f6d" /><Relationship Type="http://schemas.openxmlformats.org/officeDocument/2006/relationships/slideLayout" Target="/ppt/slideLayouts/slideLayout15.xml" Id="R6af4865f61a64abd" /><Relationship Type="http://schemas.openxmlformats.org/officeDocument/2006/relationships/slideLayout" Target="/ppt/slideLayouts/slideLayout16.xml" Id="R3e5ce184f1bb401f" /><Relationship Type="http://schemas.openxmlformats.org/officeDocument/2006/relationships/slideLayout" Target="/ppt/slideLayouts/slideLayout17.xml" Id="Rc8480b3523ec41ab" /><Relationship Type="http://schemas.openxmlformats.org/officeDocument/2006/relationships/slideLayout" Target="/ppt/slideLayouts/slideLayout18.xml" Id="Rfcd02b6f69a04de9" /><Relationship Type="http://schemas.openxmlformats.org/officeDocument/2006/relationships/slideLayout" Target="/ppt/slideLayouts/slideLayout19.xml" Id="R7a1dce2532744973" /><Relationship Type="http://schemas.openxmlformats.org/officeDocument/2006/relationships/slideLayout" Target="/ppt/slideLayouts/slideLayout20.xml" Id="R7abf0c5294f04d12" /><Relationship Type="http://schemas.openxmlformats.org/officeDocument/2006/relationships/slideLayout" Target="/ppt/slideLayouts/slideLayout21.xml" Id="R18372ee59d1f4a77" /><Relationship Type="http://schemas.openxmlformats.org/officeDocument/2006/relationships/slideLayout" Target="/ppt/slideLayouts/slideLayout22.xml" Id="Re362784e78d04ea4" /><Relationship Type="http://schemas.openxmlformats.org/officeDocument/2006/relationships/slideLayout" Target="/ppt/slideLayouts/slideLayout23.xml" Id="R69e634f10fbe40ad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28837a012f748b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53dd5db6974ae9"/>
    <p:sldLayoutId xmlns:r="http://schemas.openxmlformats.org/officeDocument/2006/relationships" id="2147483650" r:id="R6e7751061292488f"/>
    <p:sldLayoutId xmlns:r="http://schemas.openxmlformats.org/officeDocument/2006/relationships" id="2147483651" r:id="Reab42339bb414bb8"/>
    <p:sldLayoutId xmlns:r="http://schemas.openxmlformats.org/officeDocument/2006/relationships" id="2147483652" r:id="Rab6df366ccb1454e"/>
    <p:sldLayoutId xmlns:r="http://schemas.openxmlformats.org/officeDocument/2006/relationships" id="2147483653" r:id="Raa564dff006641c8"/>
    <p:sldLayoutId xmlns:r="http://schemas.openxmlformats.org/officeDocument/2006/relationships" id="2147483654" r:id="R9cf9129765264b6e"/>
    <p:sldLayoutId xmlns:r="http://schemas.openxmlformats.org/officeDocument/2006/relationships" id="2147483655" r:id="Rb5128ac3107d4bc2"/>
    <p:sldLayoutId xmlns:r="http://schemas.openxmlformats.org/officeDocument/2006/relationships" id="2147483656" r:id="Re1f57ff53eec4a57"/>
    <p:sldLayoutId xmlns:r="http://schemas.openxmlformats.org/officeDocument/2006/relationships" id="2147483657" r:id="Raa5753d92908489d"/>
    <p:sldLayoutId xmlns:r="http://schemas.openxmlformats.org/officeDocument/2006/relationships" id="2147483658" r:id="R8d00cd423cd44bd2"/>
    <p:sldLayoutId xmlns:r="http://schemas.openxmlformats.org/officeDocument/2006/relationships" id="2147483659" r:id="Rab5d8070e4e749f0"/>
    <p:sldLayoutId xmlns:r="http://schemas.openxmlformats.org/officeDocument/2006/relationships" id="2147483660" r:id="R80973772b4e24a9b"/>
    <p:sldLayoutId xmlns:r="http://schemas.openxmlformats.org/officeDocument/2006/relationships" id="2147483661" r:id="R12e167219c074259"/>
    <p:sldLayoutId xmlns:r="http://schemas.openxmlformats.org/officeDocument/2006/relationships" id="2147483662" r:id="R43c09437feaa4f6d"/>
    <p:sldLayoutId xmlns:r="http://schemas.openxmlformats.org/officeDocument/2006/relationships" id="2147483663" r:id="R6af4865f61a64abd"/>
    <p:sldLayoutId xmlns:r="http://schemas.openxmlformats.org/officeDocument/2006/relationships" id="2147483664" r:id="R3e5ce184f1bb401f"/>
    <p:sldLayoutId xmlns:r="http://schemas.openxmlformats.org/officeDocument/2006/relationships" id="2147483665" r:id="Rc8480b3523ec41ab"/>
    <p:sldLayoutId xmlns:r="http://schemas.openxmlformats.org/officeDocument/2006/relationships" id="2147483666" r:id="Rfcd02b6f69a04de9"/>
    <p:sldLayoutId xmlns:r="http://schemas.openxmlformats.org/officeDocument/2006/relationships" id="2147483667" r:id="R7a1dce2532744973"/>
    <p:sldLayoutId xmlns:r="http://schemas.openxmlformats.org/officeDocument/2006/relationships" id="2147483668" r:id="R7abf0c5294f04d12"/>
    <p:sldLayoutId xmlns:r="http://schemas.openxmlformats.org/officeDocument/2006/relationships" id="2147483669" r:id="R18372ee59d1f4a77"/>
    <p:sldLayoutId xmlns:r="http://schemas.openxmlformats.org/officeDocument/2006/relationships" id="2147483670" r:id="Re362784e78d04ea4"/>
    <p:sldLayoutId xmlns:r="http://schemas.openxmlformats.org/officeDocument/2006/relationships" id="2147483671" r:id="R69e634f10fbe40ad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f7c0a5a5142fc" /><Relationship Type="http://schemas.openxmlformats.org/officeDocument/2006/relationships/image" Target="/ppt/media/image3.png" Id="R5f860fae80c546ec" /><Relationship Type="http://schemas.openxmlformats.org/officeDocument/2006/relationships/notesSlide" Target="/ppt/notesSlides/notesSlide1.xml" Id="Rd063989081e443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0df41a8ea04c56" /><Relationship Type="http://schemas.openxmlformats.org/officeDocument/2006/relationships/image" Target="/ppt/media/image4.png" Id="Rba048c38609f4a3d" /><Relationship Type="http://schemas.openxmlformats.org/officeDocument/2006/relationships/image" Target="/ppt/media/image5.png" Id="R25f1fa1a32004550" /><Relationship Type="http://schemas.openxmlformats.org/officeDocument/2006/relationships/notesSlide" Target="/ppt/notesSlides/notesSlide2.xml" Id="Rcad60164a74e4a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44af8e68d424691" /><Relationship Type="http://schemas.openxmlformats.org/officeDocument/2006/relationships/image" Target="/ppt/media/image.png" Id="R99faed37008b49e1" /><Relationship Type="http://schemas.openxmlformats.org/officeDocument/2006/relationships/image" Target="/ppt/media/image.jpeg" Id="R3c9f19dafe3f4146" /><Relationship Type="http://schemas.openxmlformats.org/officeDocument/2006/relationships/image" Target="/ppt/media/image2.jpeg" Id="R6bbeabf56b9848f3" /><Relationship Type="http://schemas.openxmlformats.org/officeDocument/2006/relationships/image" Target="/ppt/media/image6.png" Id="Rd7f7e6df216f4b85" /><Relationship Type="http://schemas.openxmlformats.org/officeDocument/2006/relationships/image" Target="/ppt/media/image3.jpeg" Id="Ra9253ecd9d2340ac" /><Relationship Type="http://schemas.openxmlformats.org/officeDocument/2006/relationships/image" Target="/ppt/media/image4.jpeg" Id="R39f3015a0f004275" /><Relationship Type="http://schemas.openxmlformats.org/officeDocument/2006/relationships/notesSlide" Target="/ppt/notesSlides/notesSlide3.xml" Id="R707f1061b5b74f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82f10a9bc64403" /><Relationship Type="http://schemas.openxmlformats.org/officeDocument/2006/relationships/image" Target="/ppt/media/image7.png" Id="R0bccb9a57af84411" /><Relationship Type="http://schemas.openxmlformats.org/officeDocument/2006/relationships/notesSlide" Target="/ppt/notesSlides/notesSlide4.xml" Id="R4d4cb9e243e246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5723a9c66f74fd0" /><Relationship Type="http://schemas.openxmlformats.org/officeDocument/2006/relationships/image" Target="/ppt/media/image.png" Id="R89b1631505e242e0" /><Relationship Type="http://schemas.openxmlformats.org/officeDocument/2006/relationships/notesSlide" Target="/ppt/notesSlides/notesSlide5.xml" Id="R36d2d87fd45f4a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b9175d76e8c04b1c" /><Relationship Type="http://schemas.openxmlformats.org/officeDocument/2006/relationships/image" Target="/ppt/media/image4.png" Id="R84e9fa4c4dd04691" /><Relationship Type="http://schemas.openxmlformats.org/officeDocument/2006/relationships/notesSlide" Target="/ppt/notesSlides/notesSlide6.xml" Id="Rd7a65125fcf944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c02eeede7b4c4ba7" /><Relationship Type="http://schemas.openxmlformats.org/officeDocument/2006/relationships/image" Target="/ppt/media/image4.png" Id="Rfa8c1ed1114c4292" /><Relationship Type="http://schemas.openxmlformats.org/officeDocument/2006/relationships/image" Target="/ppt/media/image5.jpeg" Id="R99cc5b8346d743f2" /><Relationship Type="http://schemas.openxmlformats.org/officeDocument/2006/relationships/image" Target="/ppt/media/image6.jpeg" Id="R4a4b5468ce8742a5" /><Relationship Type="http://schemas.openxmlformats.org/officeDocument/2006/relationships/notesSlide" Target="/ppt/notesSlides/notesSlide7.xml" Id="R3b8cd8b41e564c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4ac9c9ed6d134eb7" /><Relationship Type="http://schemas.openxmlformats.org/officeDocument/2006/relationships/image" Target="/ppt/media/image4.png" Id="Rd700b6899a0740fa" /><Relationship Type="http://schemas.openxmlformats.org/officeDocument/2006/relationships/notesSlide" Target="/ppt/notesSlides/notesSlide8.xml" Id="R65d656f89d6142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r>
              <a:t>ALOLA</a:t>
            </a:r>
            <a:endParaRPr sz="4800"/>
          </a:p>
          <a:p xmlns:a="http://schemas.openxmlformats.org/drawingml/2006/main">
            <a:pPr marL="268288" indent="0">
              <a:buNone/>
            </a:pPr>
            <a:r>
              <a:t>ТРЕНАЖЁР ПЕРЕГОВОРОВ</a:t>
            </a:r>
            <a:endParaRPr sz="4800"/>
          </a:p>
        </p:txBody>
      </p:sp>
      <p:pic>
        <p:nvPicPr>
          <p:cNvPr id="8" name="Рисунок 3"/>
          <p:cNvPicPr>
            <a:picLocks xmlns:a="http://schemas.openxmlformats.org/drawingml/2006/main" noChangeAspect="1"/>
          </p:cNvPicPr>
          <p:nvPr>
            <p:ph type="pic" idx="11"/>
          </p:nvPr>
        </p:nvPicPr>
        <p:blipFill>
          <a:blip xmlns:r="http://schemas.openxmlformats.org/officeDocument/2006/relationships" xmlns:a="http://schemas.openxmlformats.org/drawingml/2006/main" r:embed="R5f860fae80c546e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05181" y="329756"/>
            <a:ext cx="5193316" cy="1082612"/>
          </a:xfrm>
          <a:prstGeom xmlns:a="http://schemas.openxmlformats.org/drawingml/2006/main" prst="rect">
            <a:avLst/>
          </a:prstGeom>
        </p:spPr>
      </p:pic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indent="268288">
              <a:buNone/>
            </a:pPr>
            <a:r>
              <a:t>Задача № 9 · API-first тренажёр для людей и переговорных агентов</a:t>
            </a:r>
            <a:endParaRPr/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a048c38609f4a3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6456363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EE4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Рисунок 1"/>
          <p:cNvPicPr>
            <a:picLocks xmlns:a="http://schemas.openxmlformats.org/drawingml/2006/main" noChangeAspect="1"/>
          </p:cNvPicPr>
          <p:nvPr>
            <p:ph type="pic" idx="10"/>
          </p:nvPr>
        </p:nvPicPr>
        <p:blipFill>
          <a:blip xmlns:r="http://schemas.openxmlformats.org/officeDocument/2006/relationships" xmlns:a="http://schemas.openxmlformats.org/drawingml/2006/main" r:embed="R25f1fa1a3200455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335280"/>
            <a:ext cx="6456331" cy="2971800"/>
          </a:xfrm>
          <a:prstGeom xmlns:a="http://schemas.openxmlformats.org/drawingml/2006/main" prst="rect">
            <a:avLst/>
          </a:prstGeom>
        </p:spPr>
      </p:pic>
      <p:sp>
        <p:nvSpPr>
          <p:cNvPr id="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2303118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606" y="4876070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350"/>
            </a:pPr>
            <a:r>
              <a:rPr sz="1350">
                <a:solidFill>
                  <a:schemeClr val="tx1"/>
                </a:solidFill>
              </a:rPr>
              <a:t>Движок решает, ЧТО допустимо. LLM или шаблон решает только, КАК это сказать. Ни одна скрытая или неозвученная цифра не становится сделкой.</a:t>
            </a:r>
          </a:p>
        </p:txBody>
      </p:sp>
      <p:sp>
        <p:nvSpPr>
          <p:cNvPr id="1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883009"/>
            <a:ext cx="5629858" cy="23990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1">
                <a:solidFill>
                  <a:schemeClr val="tx1"/>
                </a:solidFill>
              </a:rPr>
              <a:t>Состав и контакты указаны в форме регистрации.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1">
                <a:solidFill>
                  <a:schemeClr val="tx1"/>
                </a:solidFill>
              </a:rPr>
              <a:t>В презентацию ФИО, фото и контакты добавляют только после согласия участников.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 sz="1350"/>
            </a:pPr>
            <a:r>
              <a:rPr sz="1350" i="1">
                <a:solidFill>
                  <a:schemeClr val="tx1"/>
                </a:solidFill>
              </a:rPr>
              <a:t>Москва · 2026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48478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9903" y="1039236"/>
            <a:ext cx="3636703" cy="10151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520977"/>
                </a:solidFill>
              </a:defRPr>
            </a:pPr>
            <a:r>
              <a:rPr>
                <a:solidFill>
                  <a:srgbClr val="520977"/>
                </a:solidFill>
              </a:rPr>
              <a:t>КОМАНДА И РЕШЕНИЕ</a:t>
            </a:r>
            <a:endParaRPr sz="2400">
              <a:solidFill>
                <a:schemeClr val="accent5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1BA18702-D4E0-4C9C-A7C5-E405AED3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774" y="2240031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2CB30286-C9D7-4C36-8C6F-79218FF6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47" y="4437879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52EFB3E9-1B59-4E06-8B80-09AC9576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3" y="3448639"/>
            <a:ext cx="570016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4541737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027" y="2619903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350"/>
            </a:pPr>
            <a:r>
              <a:rPr sz="1350">
                <a:solidFill>
                  <a:schemeClr val="tx1"/>
                </a:solidFill>
              </a:rPr>
              <a:t>ALOLA</a:t>
            </a:r>
            <a:r>
              <a:rPr sz="1350">
                <a:solidFill>
                  <a:schemeClr val="tx1"/>
                </a:solidFill>
              </a:rPr>
              <a:t> проводит переговорную тренировку, фиксирует условия сделки и объясняет результат по структурированным событиям.</a:t>
            </a:r>
          </a:p>
        </p:txBody>
      </p:sp>
      <p:sp>
        <p:nvSpPr>
          <p:cNvPr id="10" name="Номер слайда 35">
            <a:extLst xmlns:a="http://schemas.openxmlformats.org/drawingml/2006/main"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52DCC5B9-D646-4B76-891F-6FF4E74E9CB4}" type="slidenum">
              <a:rPr sz="1200">
                <a:solidFill>
                  <a:schemeClr val="accent5"/>
                </a:solidFill>
              </a:rPr>
              <a:t>8</a:t>
            </a:fld>
            <a:endParaRPr sz="12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9faed37008b49e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Скругленный прямоугольник 55">
            <a:extLst xmlns:a="http://schemas.openxmlformats.org/drawingml/2006/main"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394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78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Движок и API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ФИО - из заявки</a:t>
            </a:r>
          </a:p>
        </p:txBody>
      </p:sp>
      <p:sp>
        <p:nvSpPr>
          <p:cNvPr id="5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77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Backend</a:t>
            </a:r>
          </a:p>
        </p:txBody>
      </p:sp>
      <p:sp>
        <p:nvSpPr>
          <p:cNvPr id="59" name="Скругленный прямоугольник 58">
            <a:extLst xmlns:a="http://schemas.openxmlformats.org/drawingml/2006/main"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712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996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Demo UX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ФИО - из заявки</a:t>
            </a:r>
          </a:p>
        </p:txBody>
      </p:sp>
      <p:sp>
        <p:nvSpPr>
          <p:cNvPr id="6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995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Frontend</a:t>
            </a:r>
          </a:p>
        </p:txBody>
      </p:sp>
      <p:sp>
        <p:nvSpPr>
          <p:cNvPr id="62" name="Скругленный прямоугольник 61">
            <a:extLst xmlns:a="http://schemas.openxmlformats.org/drawingml/2006/main"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031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315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Регрессии и релиз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ФИО - из заявки</a:t>
            </a:r>
          </a:p>
        </p:txBody>
      </p:sp>
      <p:sp>
        <p:nvSpPr>
          <p:cNvPr id="6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314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QA / Safety</a:t>
            </a:r>
          </a:p>
        </p:txBody>
      </p:sp>
      <p:sp>
        <p:nvSpPr>
          <p:cNvPr id="65" name="Скругленный прямоугольник 64">
            <a:extLst xmlns:a="http://schemas.openxmlformats.org/drawingml/2006/main"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349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633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Стенд и защита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ФИО - из заявки</a:t>
            </a:r>
          </a:p>
        </p:txBody>
      </p:sp>
      <p:sp>
        <p:nvSpPr>
          <p:cNvPr id="6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632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Stand / Pitch</a:t>
            </a: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rPr>
                <a:solidFill>
                  <a:schemeClr val="bg1"/>
                </a:solidFill>
              </a:rPr>
              <a:t>3</a:t>
            </a:fld>
            <a:endParaRPr>
              <a:solidFill>
                <a:schemeClr val="bg1"/>
              </a:solidFill>
            </a:endParaRPr>
          </a:p>
        </p:txBody>
      </p:sp>
      <p:pic>
        <p:nvPicPr>
          <p:cNvPr id="88" name="Рисунок 1"/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3c9f19dafe3f414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81406" y="1816037"/>
            <a:ext cx="1722596" cy="1552861"/>
          </a:xfrm>
          <a:prstGeom xmlns:a="http://schemas.openxmlformats.org/drawingml/2006/main" prst="rect">
            <a:avLst/>
          </a:prstGeom>
        </p:spPr>
      </p:pic>
      <p:pic>
        <p:nvPicPr>
          <p:cNvPr id="89" name="Рисунок 2"/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6bbeabf56b9848f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886456" y="1826514"/>
            <a:ext cx="1722596" cy="1542383"/>
          </a:xfrm>
          <a:prstGeom xmlns:a="http://schemas.openxmlformats.org/drawingml/2006/main" prst="rect">
            <a:avLst/>
          </a:prstGeom>
        </p:spPr>
      </p:pic>
      <p:pic>
        <p:nvPicPr>
          <p:cNvPr id="90" name="Рисунок 3"/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d7f7e6df216f4b8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191792" y="1809274"/>
            <a:ext cx="1722596" cy="1559719"/>
          </a:xfrm>
          <a:prstGeom xmlns:a="http://schemas.openxmlformats.org/drawingml/2006/main" prst="rect">
            <a:avLst/>
          </a:prstGeom>
        </p:spPr>
      </p:pic>
      <p:pic>
        <p:nvPicPr>
          <p:cNvPr id="91" name="Рисунок 4"/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a9253ecd9d2340a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7520178" y="1809274"/>
            <a:ext cx="1722596" cy="1559719"/>
          </a:xfrm>
          <a:prstGeom xmlns:a="http://schemas.openxmlformats.org/drawingml/2006/main" prst="rect">
            <a:avLst/>
          </a:prstGeom>
        </p:spPr>
      </p:pic>
      <p:pic>
        <p:nvPicPr>
          <p:cNvPr id="92" name="Рисунок 5"/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39f3015a0f00427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802463" y="1809274"/>
            <a:ext cx="1722596" cy="1559719"/>
          </a:xfrm>
          <a:prstGeom xmlns:a="http://schemas.openxmlformats.org/drawingml/2006/main" prst="rect">
            <a:avLst/>
          </a:prstGeom>
        </p:spPr>
      </p:pic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835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КОМАНДА: РОЛИ И ЗОНЫ ОТВЕТСТВЕННОСТИ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18360" y="4250028"/>
            <a:ext cx="1894354" cy="162461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Методика и кейсы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ФИО - из заявки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9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Продукт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bccb9a57af8441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rPr>
                <a:solidFill>
                  <a:schemeClr val="accent5"/>
                </a:solidFill>
              </a:rPr>
              <a:t>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784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ПОЧЕМУ ЭТА ЗАДАЧА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33607" y="1602273"/>
            <a:ext cx="4425822" cy="9342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/>
            </a:pPr>
            <a:r>
              <a:rPr sz="1350">
                <a:solidFill>
                  <a:schemeClr val="tx1"/>
                </a:solidFill>
              </a:rPr>
              <a:t>Заученные реплики не учат принимать решения под ограничениями. Нужен безопасный цикл: ход → проверка → последствие → разбор.</a:t>
            </a:r>
          </a:p>
        </p:txBody>
      </p:sp>
      <p:sp>
        <p:nvSpPr>
          <p:cNvPr id="3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127964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Проблема</a:t>
            </a:r>
          </a:p>
        </p:txBody>
      </p:sp>
      <p:sp>
        <p:nvSpPr>
          <p:cNvPr id="4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5139255"/>
            <a:ext cx="7318749" cy="10553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350"/>
            </a:pPr>
            <a:r>
              <a:rPr sz="1350">
                <a:solidFill>
                  <a:schemeClr val="tx1"/>
                </a:solidFill>
              </a:rPr>
              <a:t>Свободный текст нельзя превращать в обязательство без подтверждения полного предложения. Парсер предлагает действие. Движок проверяет и фиксирует его.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8" y="4571473"/>
            <a:ext cx="6438692" cy="6290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b="1">
                <a:solidFill>
                  <a:schemeClr val="accent5"/>
                </a:solidFill>
              </a:rPr>
              <a:t>Главный инженерный риск</a:t>
            </a:r>
          </a:p>
        </p:txBody>
      </p:sp>
      <p:sp>
        <p:nvSpPr>
          <p:cNvPr id="4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3429000"/>
            <a:ext cx="4945565" cy="107852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350"/>
            </a:pPr>
            <a:r>
              <a:rPr sz="1350">
                <a:solidFill>
                  <a:schemeClr val="tx1"/>
                </a:solidFill>
              </a:rPr>
              <a:t>Задача соединяет обучение людей и сравнимую проверку переговорных агентов через один Player API.</a:t>
            </a:r>
          </a:p>
        </p:txBody>
      </p:sp>
      <p:sp>
        <p:nvSpPr>
          <p:cNvPr id="4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2900091"/>
            <a:ext cx="5629858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Почему задача № 9</a:t>
            </a:r>
          </a:p>
        </p:txBody>
      </p:sp>
      <p:sp>
        <p:nvSpPr>
          <p:cNvPr id="5" name="Прямая соединительная линия 4">
            <a:extLst xmlns:a="http://schemas.openxmlformats.org/drawingml/2006/main">
              <a:ext uri="{FF2B5EF4-FFF2-40B4-BE49-F238E27FC236}">
                <a16:creationId xmlns:a16="http://schemas.microsoft.com/office/drawing/2014/main" id="{7E9A87F2-F29F-4C41-A0C6-56C9DA7D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745691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F54E40E4-3F38-442A-B6F0-CA6CF814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407066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14FF40E2-7A69-4236-ADEE-954EAEA3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110074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1279645"/>
            <a:ext cx="956838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2900091"/>
            <a:ext cx="930595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4571473"/>
            <a:ext cx="930596" cy="5677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9b1631505e242e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750912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rPr>
                <a:solidFill>
                  <a:schemeClr val="bg1"/>
                </a:solidFill>
              </a:rPr>
              <a:t>5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589493" y="1920927"/>
            <a:ext cx="4929861" cy="386858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Версионируемые сценарии и роли</a:t>
            </a:r>
          </a:p>
          <a:p xmlns:a="http://schemas.openxmlformats.org/drawingml/2006/main">
            <a:pPr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Natural language → typed action</a:t>
            </a:r>
          </a:p>
          <a:p xmlns:a="http://schemas.openxmlformats.org/drawingml/2006/main">
            <a:pPr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Детерминированная валидация сделки</a:t>
            </a:r>
          </a:p>
          <a:p xmlns:a="http://schemas.openxmlformats.org/drawingml/2006/main">
            <a:pPr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Raw transcript + event log</a:t>
            </a:r>
          </a:p>
          <a:p xmlns:a="http://schemas.openxmlformats.org/drawingml/2006/main">
            <a:pPr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Replay, rewind и branching</a:t>
            </a:r>
          </a:p>
          <a:p xmlns:a="http://schemas.openxmlformats.org/drawingml/2006/main">
            <a:pPr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Один API для людей и агентов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513513" y="1920927"/>
            <a:ext cx="4957144" cy="387644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Корпоративное обучение продаж и закупок</a:t>
            </a:r>
          </a:p>
          <a:p xmlns:a="http://schemas.openxmlformats.org/drawingml/2006/main">
            <a:pPr marL="0" indent="0"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On-premise режим для закрытых данных</a:t>
            </a:r>
            <a:endParaRPr sz="1400"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Сравнение команд и внешних агентов</a:t>
            </a:r>
            <a:endParaRPr sz="1400"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Быстрое добавление отраслевых кейсов</a:t>
            </a:r>
            <a:endParaRPr sz="1400"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Интеграция через API и CLI</a:t>
            </a:r>
            <a:endParaRPr sz="1400"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Шаблонный режим без внешних моделей</a:t>
            </a:r>
            <a:endParaRPr sz="140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56851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КОРОТКО О РЕШЕНИИ</a:t>
            </a: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78063" y="1476583"/>
            <a:ext cx="4929861" cy="5551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513513" y="1476583"/>
            <a:ext cx="5214724" cy="561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Ценность и внедрение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4e9fa4c4dd0469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1366423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2377094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3387765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4398436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5409107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366423"/>
            <a:ext cx="5389562" cy="4834352"/>
          </a:xfrm>
          <a:prstGeom xmlns:a="http://schemas.openxmlformats.org/drawingml/2006/main" prst="roundRect">
            <a:avLst>
              <a:gd name="adj" fmla="val 291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23887" y="1732103"/>
            <a:ext cx="4734175" cy="4139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C1D22"/>
                </a:solidFill>
              </a:defRPr>
            </a:pPr>
            <a:r>
              <a:rPr sz="1725" b="1">
                <a:solidFill>
                  <a:srgbClr val="1C1D22"/>
                </a:solidFill>
              </a:rPr>
              <a:t>ЧЕЛОВЕК / ВНЕШНИЙ АГЕНТ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  <a:defRPr sz="1725" b="1">
                <a:solidFill>
                  <a:srgbClr val="1C1D22"/>
                </a:solidFill>
              </a:defRPr>
            </a:pPr>
            <a:r>
              <a:rPr sz="1725" b="1">
                <a:solidFill>
                  <a:srgbClr val="1C1D22"/>
                </a:solidFill>
              </a:rPr>
              <a:t>↓ natural language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  <a:defRPr sz="1725" b="1">
                <a:solidFill>
                  <a:srgbClr val="1C1D22"/>
                </a:solidFill>
              </a:defRPr>
            </a:pPr>
            <a:r>
              <a:rPr sz="1725" b="1">
                <a:solidFill>
                  <a:srgbClr val="1C1D22"/>
                </a:solidFill>
              </a:rPr>
              <a:t>PLAYER API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  <a:defRPr sz="1725" b="1">
                <a:solidFill>
                  <a:srgbClr val="1C1D22"/>
                </a:solidFill>
              </a:defRPr>
            </a:pPr>
            <a:r>
              <a:rPr sz="1725" b="1">
                <a:solidFill>
                  <a:srgbClr val="1C1D22"/>
                </a:solidFill>
              </a:rPr>
              <a:t>↓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  <a:defRPr sz="1725" b="1">
                <a:solidFill>
                  <a:srgbClr val="1C1D22"/>
                </a:solidFill>
              </a:defRPr>
            </a:pPr>
            <a:r>
              <a:rPr sz="1725" b="1">
                <a:solidFill>
                  <a:srgbClr val="1C1D22"/>
                </a:solidFill>
              </a:rPr>
              <a:t>PARSER → VALIDATOR → ENGINE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  <a:defRPr sz="1725" b="1">
                <a:solidFill>
                  <a:srgbClr val="1C1D22"/>
                </a:solidFill>
              </a:defRPr>
            </a:pPr>
            <a:r>
              <a:rPr sz="1725" b="1">
                <a:solidFill>
                  <a:srgbClr val="1C1D22"/>
                </a:solidFill>
              </a:rPr>
              <a:t>↓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  <a:defRPr sz="1725" b="1">
                <a:solidFill>
                  <a:srgbClr val="1C1D22"/>
                </a:solidFill>
              </a:defRPr>
            </a:pPr>
            <a:r>
              <a:rPr sz="1725" b="1">
                <a:solidFill>
                  <a:srgbClr val="1C1D22"/>
                </a:solidFill>
              </a:rPr>
              <a:t>EVENT LOG → REVIEW</a:t>
            </a:r>
            <a:endParaRPr sz="3600" b="1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172730" y="1445505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1 · ScenarioVersion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Неизменяемая authored truth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172730" y="2472872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2 · Observation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Проекция без hidden state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172730" y="3485922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3 · Offer revision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Полный typed пакет условий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172730" y="4496593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4 · Utility + constraints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Reservation utility - порог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172730" y="5516924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5 · Review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Факты, экономика, повтор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 xmlns:a="http://schemas.openxmlformats.org/drawingml/2006/main"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3200" y="6356350"/>
            <a:ext cx="558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rPr>
                <a:solidFill>
                  <a:schemeClr val="accent5"/>
                </a:solidFill>
              </a:rPr>
              <a:t>6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a8c1ed1114c429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2" name="AutoShape 1">
            <a:extLst xmlns:a="http://schemas.openxmlformats.org/drawingml/2006/main">
              <a:ext uri="{FF2B5EF4-FFF2-40B4-BE49-F238E27FC236}">
                <a16:creationId xmlns:a16="http://schemas.microsoft.com/office/drawing/2014/main" id="{C5DD9855-9040-4A8E-8FC7-2A87D71D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0498" y="1149443"/>
            <a:ext cx="4266586" cy="2822929"/>
          </a:xfrm>
          <a:prstGeom xmlns:a="http://schemas.openxmlformats.org/drawingml/2006/main" prst="roundRect">
            <a:avLst>
              <a:gd name="adj" fmla="val 1292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CA962FF-DEAF-450E-BAC9-2CBF039F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124" y="1358784"/>
            <a:ext cx="4266587" cy="1998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4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9B32C08-05E5-455D-AB4B-FA780C0B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2205" y="1203365"/>
            <a:ext cx="1706634" cy="355244"/>
          </a:xfrm>
          <a:prstGeom xmlns:a="http://schemas.openxmlformats.org/drawingml/2006/main" prst="roundRect">
            <a:avLst>
              <a:gd name="adj" fmla="val 11986"/>
            </a:avLst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5" name="Oval 4">
            <a:extLst xmlns:a="http://schemas.openxmlformats.org/drawingml/2006/main">
              <a:ext uri="{FF2B5EF4-FFF2-40B4-BE49-F238E27FC236}">
                <a16:creationId xmlns:a16="http://schemas.microsoft.com/office/drawing/2014/main" id="{DB5DCAC2-FF8B-4D8A-8761-EF6BE6B4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574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6" name="Oval 5">
            <a:extLst xmlns:a="http://schemas.openxmlformats.org/drawingml/2006/main">
              <a:ext uri="{FF2B5EF4-FFF2-40B4-BE49-F238E27FC236}">
                <a16:creationId xmlns:a16="http://schemas.microsoft.com/office/drawing/2014/main" id="{A18062AF-728F-4F67-A9EE-6DA3DC1E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239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7" name="Oval 6">
            <a:extLst xmlns:a="http://schemas.openxmlformats.org/drawingml/2006/main">
              <a:ext uri="{FF2B5EF4-FFF2-40B4-BE49-F238E27FC236}">
                <a16:creationId xmlns:a16="http://schemas.microsoft.com/office/drawing/2014/main" id="{1F8B8CA3-31B9-4E3E-89F8-B823F31C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1903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8" name="Rectangle 92">
            <a:extLst xmlns:a="http://schemas.openxmlformats.org/drawingml/2006/main">
              <a:ext uri="{FF2B5EF4-FFF2-40B4-BE49-F238E27FC236}">
                <a16:creationId xmlns:a16="http://schemas.microsoft.com/office/drawing/2014/main" id="{C40CC64C-4BDE-4B83-ACBA-76BBEC31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89263" y="1396846"/>
            <a:ext cx="3205451" cy="126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3B3B3"/>
            </a:solidFill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8251ED56-D5C4-4244-B7B8-9CC65D6F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0105" y="1203365"/>
            <a:ext cx="24455" cy="24472"/>
          </a:xfrm>
          <a:custGeom xmlns:a="http://schemas.openxmlformats.org/drawingml/2006/main"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2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CE11028-B7CA-451E-851D-176871A0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0105" y="1240208"/>
            <a:ext cx="24455" cy="24472"/>
          </a:xfrm>
          <a:custGeom xmlns:a="http://schemas.openxmlformats.org/drawingml/2006/main"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1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663966C-C5F6-4AF2-AC81-EF7A040B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0105" y="1276945"/>
            <a:ext cx="24455" cy="24634"/>
          </a:xfrm>
          <a:custGeom xmlns:a="http://schemas.openxmlformats.org/drawingml/2006/main">
            <a:gdLst>
              <a:gd name="T0" fmla="*/ 168 w 193"/>
              <a:gd name="T1" fmla="*/ 0 h 193"/>
              <a:gd name="T2" fmla="*/ 24 w 193"/>
              <a:gd name="T3" fmla="*/ 0 h 193"/>
              <a:gd name="T4" fmla="*/ 0 w 193"/>
              <a:gd name="T5" fmla="*/ 25 h 193"/>
              <a:gd name="T6" fmla="*/ 0 w 193"/>
              <a:gd name="T7" fmla="*/ 169 h 193"/>
              <a:gd name="T8" fmla="*/ 24 w 193"/>
              <a:gd name="T9" fmla="*/ 193 h 193"/>
              <a:gd name="T10" fmla="*/ 168 w 193"/>
              <a:gd name="T11" fmla="*/ 193 h 193"/>
              <a:gd name="T12" fmla="*/ 193 w 193"/>
              <a:gd name="T13" fmla="*/ 169 h 193"/>
              <a:gd name="T14" fmla="*/ 193 w 193"/>
              <a:gd name="T15" fmla="*/ 25 h 193"/>
              <a:gd name="T16" fmla="*/ 168 w 193"/>
              <a:gd name="T17" fmla="*/ 0 h 193"/>
            </a:gdLst>
            <a:rect l="0" t="0" r="r" b="b"/>
            <a:pathLst>
              <a:path w="193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2" y="193"/>
                  <a:pt x="193" y="182"/>
                  <a:pt x="193" y="169"/>
                </a:cubicBezTo>
                <a:cubicBezTo>
                  <a:pt x="193" y="25"/>
                  <a:pt x="193" y="25"/>
                  <a:pt x="193" y="25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231452A-2DB6-4628-B13E-989E3196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6734" y="1203365"/>
            <a:ext cx="24294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6" name="Freeform 17">
            <a:extLst xmlns:a="http://schemas.openxmlformats.org/drawingml/2006/main">
              <a:ext uri="{FF2B5EF4-FFF2-40B4-BE49-F238E27FC236}">
                <a16:creationId xmlns:a16="http://schemas.microsoft.com/office/drawing/2014/main" id="{02B5F533-7190-4486-800E-50B9DEE2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6734" y="1240208"/>
            <a:ext cx="24294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7" name="Freeform 18">
            <a:extLst xmlns:a="http://schemas.openxmlformats.org/drawingml/2006/main">
              <a:ext uri="{FF2B5EF4-FFF2-40B4-BE49-F238E27FC236}">
                <a16:creationId xmlns:a16="http://schemas.microsoft.com/office/drawing/2014/main" id="{E1197ACF-D4F7-4F4F-B51B-31BAB032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6734" y="1276945"/>
            <a:ext cx="24294" cy="24634"/>
          </a:xfrm>
          <a:custGeom xmlns:a="http://schemas.openxmlformats.org/drawingml/2006/main"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8" name="Freeform 19">
            <a:extLst xmlns:a="http://schemas.openxmlformats.org/drawingml/2006/main">
              <a:ext uri="{FF2B5EF4-FFF2-40B4-BE49-F238E27FC236}">
                <a16:creationId xmlns:a16="http://schemas.microsoft.com/office/drawing/2014/main" id="{305C916E-AA00-40D3-979E-8385C880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3310" y="1203365"/>
            <a:ext cx="24348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9" name="Freeform 20">
            <a:extLst xmlns:a="http://schemas.openxmlformats.org/drawingml/2006/main">
              <a:ext uri="{FF2B5EF4-FFF2-40B4-BE49-F238E27FC236}">
                <a16:creationId xmlns:a16="http://schemas.microsoft.com/office/drawing/2014/main" id="{606A4951-C43E-4D62-8601-77DAE03D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3310" y="1240208"/>
            <a:ext cx="24348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0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4DF5AB0-92B8-4555-8BFE-FEB94F35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3310" y="1276945"/>
            <a:ext cx="24348" cy="24634"/>
          </a:xfrm>
          <a:custGeom xmlns:a="http://schemas.openxmlformats.org/drawingml/2006/main"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0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0" name="Freeform 25">
            <a:extLst xmlns:a="http://schemas.openxmlformats.org/drawingml/2006/main">
              <a:ext uri="{FF2B5EF4-FFF2-40B4-BE49-F238E27FC236}">
                <a16:creationId xmlns:a16="http://schemas.microsoft.com/office/drawing/2014/main" id="{C904AC4F-21D6-40FC-874A-C69831B8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5211808" y="1416310"/>
            <a:ext cx="92256" cy="81375"/>
          </a:xfrm>
          <a:custGeom xmlns:a="http://schemas.openxmlformats.org/drawingml/2006/main">
            <a:gdLst>
              <a:gd name="T0" fmla="*/ 504 w 896"/>
              <a:gd name="T1" fmla="*/ 0 h 784"/>
              <a:gd name="T2" fmla="*/ 116 w 896"/>
              <a:gd name="T3" fmla="*/ 336 h 784"/>
              <a:gd name="T4" fmla="*/ 0 w 896"/>
              <a:gd name="T5" fmla="*/ 336 h 784"/>
              <a:gd name="T6" fmla="*/ 168 w 896"/>
              <a:gd name="T7" fmla="*/ 560 h 784"/>
              <a:gd name="T8" fmla="*/ 336 w 896"/>
              <a:gd name="T9" fmla="*/ 336 h 784"/>
              <a:gd name="T10" fmla="*/ 230 w 896"/>
              <a:gd name="T11" fmla="*/ 336 h 784"/>
              <a:gd name="T12" fmla="*/ 504 w 896"/>
              <a:gd name="T13" fmla="*/ 112 h 784"/>
              <a:gd name="T14" fmla="*/ 784 w 896"/>
              <a:gd name="T15" fmla="*/ 392 h 784"/>
              <a:gd name="T16" fmla="*/ 504 w 896"/>
              <a:gd name="T17" fmla="*/ 672 h 784"/>
              <a:gd name="T18" fmla="*/ 504 w 896"/>
              <a:gd name="T19" fmla="*/ 784 h 784"/>
              <a:gd name="T20" fmla="*/ 896 w 896"/>
              <a:gd name="T21" fmla="*/ 392 h 784"/>
              <a:gd name="T22" fmla="*/ 504 w 896"/>
              <a:gd name="T23" fmla="*/ 0 h 784"/>
            </a:gdLst>
            <a:rect l="0" t="0" r="r" b="b"/>
            <a:pathLst>
              <a:path w="896" h="784">
                <a:moveTo>
                  <a:pt x="504" y="0"/>
                </a:moveTo>
                <a:cubicBezTo>
                  <a:pt x="307" y="0"/>
                  <a:pt x="144" y="146"/>
                  <a:pt x="116" y="336"/>
                </a:cubicBezTo>
                <a:cubicBezTo>
                  <a:pt x="0" y="336"/>
                  <a:pt x="0" y="336"/>
                  <a:pt x="0" y="336"/>
                </a:cubicBezTo>
                <a:cubicBezTo>
                  <a:pt x="168" y="560"/>
                  <a:pt x="168" y="560"/>
                  <a:pt x="168" y="560"/>
                </a:cubicBezTo>
                <a:cubicBezTo>
                  <a:pt x="336" y="336"/>
                  <a:pt x="336" y="336"/>
                  <a:pt x="336" y="336"/>
                </a:cubicBezTo>
                <a:cubicBezTo>
                  <a:pt x="230" y="336"/>
                  <a:pt x="230" y="336"/>
                  <a:pt x="230" y="336"/>
                </a:cubicBezTo>
                <a:cubicBezTo>
                  <a:pt x="256" y="208"/>
                  <a:pt x="369" y="112"/>
                  <a:pt x="504" y="112"/>
                </a:cubicBezTo>
                <a:cubicBezTo>
                  <a:pt x="658" y="112"/>
                  <a:pt x="784" y="238"/>
                  <a:pt x="784" y="392"/>
                </a:cubicBezTo>
                <a:cubicBezTo>
                  <a:pt x="784" y="546"/>
                  <a:pt x="658" y="672"/>
                  <a:pt x="504" y="672"/>
                </a:cubicBezTo>
                <a:cubicBezTo>
                  <a:pt x="504" y="784"/>
                  <a:pt x="504" y="784"/>
                  <a:pt x="504" y="784"/>
                </a:cubicBezTo>
                <a:cubicBezTo>
                  <a:pt x="721" y="784"/>
                  <a:pt x="896" y="609"/>
                  <a:pt x="896" y="392"/>
                </a:cubicBezTo>
                <a:cubicBezTo>
                  <a:pt x="896" y="175"/>
                  <a:pt x="721" y="0"/>
                  <a:pt x="50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1" name="Oval 6">
            <a:extLst xmlns:a="http://schemas.openxmlformats.org/drawingml/2006/main">
              <a:ext uri="{FF2B5EF4-FFF2-40B4-BE49-F238E27FC236}">
                <a16:creationId xmlns:a16="http://schemas.microsoft.com/office/drawing/2014/main" id="{008AEF74-0CB4-4F9D-941F-B3FDCFD4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3769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FF43D9F-F201-460A-B5AB-10C4C632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5596" y="1340551"/>
            <a:ext cx="962343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tx1"/>
                </a:solidFill>
                <a:latin typeface="Poppins Light"/>
                <a:ea typeface="Poppins Light"/>
                <a:cs typeface="Poppins Light"/>
              </a:rPr>
              <a:t>template-only</a:t>
            </a:r>
          </a:p>
        </p:txBody>
      </p:sp>
      <p:sp>
        <p:nvSpPr>
          <p:cNvPr id="11" name="Freeform 29">
            <a:extLst xmlns:a="http://schemas.openxmlformats.org/drawingml/2006/main">
              <a:ext uri="{FF2B5EF4-FFF2-40B4-BE49-F238E27FC236}">
                <a16:creationId xmlns:a16="http://schemas.microsoft.com/office/drawing/2014/main" id="{773BAD95-B78D-42DD-A801-8B84C3BF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9513" y="1425286"/>
            <a:ext cx="72445" cy="73024"/>
          </a:xfrm>
          <a:custGeom xmlns:a="http://schemas.openxmlformats.org/drawingml/2006/main">
            <a:gdLst>
              <a:gd name="T0" fmla="*/ 0 w 636"/>
              <a:gd name="T1" fmla="*/ 318 h 636"/>
              <a:gd name="T2" fmla="*/ 636 w 636"/>
              <a:gd name="T3" fmla="*/ 318 h 636"/>
              <a:gd name="T4" fmla="*/ 594 w 636"/>
              <a:gd name="T5" fmla="*/ 308 h 636"/>
              <a:gd name="T6" fmla="*/ 448 w 636"/>
              <a:gd name="T7" fmla="*/ 179 h 636"/>
              <a:gd name="T8" fmla="*/ 594 w 636"/>
              <a:gd name="T9" fmla="*/ 308 h 636"/>
              <a:gd name="T10" fmla="*/ 223 w 636"/>
              <a:gd name="T11" fmla="*/ 486 h 636"/>
              <a:gd name="T12" fmla="*/ 308 w 636"/>
              <a:gd name="T13" fmla="*/ 594 h 636"/>
              <a:gd name="T14" fmla="*/ 329 w 636"/>
              <a:gd name="T15" fmla="*/ 42 h 636"/>
              <a:gd name="T16" fmla="*/ 328 w 636"/>
              <a:gd name="T17" fmla="*/ 184 h 636"/>
              <a:gd name="T18" fmla="*/ 329 w 636"/>
              <a:gd name="T19" fmla="*/ 42 h 636"/>
              <a:gd name="T20" fmla="*/ 510 w 636"/>
              <a:gd name="T21" fmla="*/ 119 h 636"/>
              <a:gd name="T22" fmla="*/ 363 w 636"/>
              <a:gd name="T23" fmla="*/ 45 h 636"/>
              <a:gd name="T24" fmla="*/ 308 w 636"/>
              <a:gd name="T25" fmla="*/ 184 h 636"/>
              <a:gd name="T26" fmla="*/ 307 w 636"/>
              <a:gd name="T27" fmla="*/ 42 h 636"/>
              <a:gd name="T28" fmla="*/ 196 w 636"/>
              <a:gd name="T29" fmla="*/ 160 h 636"/>
              <a:gd name="T30" fmla="*/ 273 w 636"/>
              <a:gd name="T31" fmla="*/ 45 h 636"/>
              <a:gd name="T32" fmla="*/ 207 w 636"/>
              <a:gd name="T33" fmla="*/ 186 h 636"/>
              <a:gd name="T34" fmla="*/ 308 w 636"/>
              <a:gd name="T35" fmla="*/ 308 h 636"/>
              <a:gd name="T36" fmla="*/ 207 w 636"/>
              <a:gd name="T37" fmla="*/ 186 h 636"/>
              <a:gd name="T38" fmla="*/ 308 w 636"/>
              <a:gd name="T39" fmla="*/ 452 h 636"/>
              <a:gd name="T40" fmla="*/ 185 w 636"/>
              <a:gd name="T41" fmla="*/ 328 h 636"/>
              <a:gd name="T42" fmla="*/ 273 w 636"/>
              <a:gd name="T43" fmla="*/ 591 h 636"/>
              <a:gd name="T44" fmla="*/ 204 w 636"/>
              <a:gd name="T45" fmla="*/ 493 h 636"/>
              <a:gd name="T46" fmla="*/ 328 w 636"/>
              <a:gd name="T47" fmla="*/ 594 h 636"/>
              <a:gd name="T48" fmla="*/ 413 w 636"/>
              <a:gd name="T49" fmla="*/ 486 h 636"/>
              <a:gd name="T50" fmla="*/ 328 w 636"/>
              <a:gd name="T51" fmla="*/ 594 h 636"/>
              <a:gd name="T52" fmla="*/ 498 w 636"/>
              <a:gd name="T53" fmla="*/ 528 h 636"/>
              <a:gd name="T54" fmla="*/ 432 w 636"/>
              <a:gd name="T55" fmla="*/ 493 h 636"/>
              <a:gd name="T56" fmla="*/ 328 w 636"/>
              <a:gd name="T57" fmla="*/ 452 h 636"/>
              <a:gd name="T58" fmla="*/ 451 w 636"/>
              <a:gd name="T59" fmla="*/ 328 h 636"/>
              <a:gd name="T60" fmla="*/ 328 w 636"/>
              <a:gd name="T61" fmla="*/ 308 h 636"/>
              <a:gd name="T62" fmla="*/ 429 w 636"/>
              <a:gd name="T63" fmla="*/ 186 h 636"/>
              <a:gd name="T64" fmla="*/ 328 w 636"/>
              <a:gd name="T65" fmla="*/ 308 h 636"/>
              <a:gd name="T66" fmla="*/ 188 w 636"/>
              <a:gd name="T67" fmla="*/ 179 h 636"/>
              <a:gd name="T68" fmla="*/ 42 w 636"/>
              <a:gd name="T69" fmla="*/ 308 h 636"/>
              <a:gd name="T70" fmla="*/ 42 w 636"/>
              <a:gd name="T71" fmla="*/ 328 h 636"/>
              <a:gd name="T72" fmla="*/ 195 w 636"/>
              <a:gd name="T73" fmla="*/ 475 h 636"/>
              <a:gd name="T74" fmla="*/ 42 w 636"/>
              <a:gd name="T75" fmla="*/ 328 h 636"/>
              <a:gd name="T76" fmla="*/ 441 w 636"/>
              <a:gd name="T77" fmla="*/ 475 h 636"/>
              <a:gd name="T78" fmla="*/ 594 w 636"/>
              <a:gd name="T79" fmla="*/ 328 h 636"/>
            </a:gdLst>
            <a:rect l="0" t="0" r="r" b="b"/>
            <a:pathLst>
              <a:path w="636" h="636">
                <a:moveTo>
                  <a:pt x="318" y="0"/>
                </a:moveTo>
                <a:cubicBezTo>
                  <a:pt x="142" y="0"/>
                  <a:pt x="0" y="142"/>
                  <a:pt x="0" y="318"/>
                </a:cubicBezTo>
                <a:cubicBezTo>
                  <a:pt x="0" y="494"/>
                  <a:pt x="142" y="636"/>
                  <a:pt x="318" y="636"/>
                </a:cubicBezTo>
                <a:cubicBezTo>
                  <a:pt x="494" y="636"/>
                  <a:pt x="636" y="494"/>
                  <a:pt x="636" y="318"/>
                </a:cubicBezTo>
                <a:cubicBezTo>
                  <a:pt x="636" y="142"/>
                  <a:pt x="494" y="0"/>
                  <a:pt x="318" y="0"/>
                </a:cubicBezTo>
                <a:close/>
                <a:moveTo>
                  <a:pt x="594" y="308"/>
                </a:moveTo>
                <a:cubicBezTo>
                  <a:pt x="471" y="308"/>
                  <a:pt x="471" y="308"/>
                  <a:pt x="471" y="308"/>
                </a:cubicBezTo>
                <a:cubicBezTo>
                  <a:pt x="470" y="262"/>
                  <a:pt x="462" y="219"/>
                  <a:pt x="448" y="179"/>
                </a:cubicBezTo>
                <a:cubicBezTo>
                  <a:pt x="476" y="168"/>
                  <a:pt x="501" y="152"/>
                  <a:pt x="525" y="134"/>
                </a:cubicBezTo>
                <a:cubicBezTo>
                  <a:pt x="566" y="181"/>
                  <a:pt x="592" y="241"/>
                  <a:pt x="594" y="308"/>
                </a:cubicBezTo>
                <a:close/>
                <a:moveTo>
                  <a:pt x="307" y="594"/>
                </a:moveTo>
                <a:cubicBezTo>
                  <a:pt x="273" y="566"/>
                  <a:pt x="244" y="529"/>
                  <a:pt x="223" y="486"/>
                </a:cubicBezTo>
                <a:cubicBezTo>
                  <a:pt x="250" y="478"/>
                  <a:pt x="278" y="473"/>
                  <a:pt x="308" y="472"/>
                </a:cubicBezTo>
                <a:cubicBezTo>
                  <a:pt x="308" y="594"/>
                  <a:pt x="308" y="594"/>
                  <a:pt x="308" y="594"/>
                </a:cubicBezTo>
                <a:cubicBezTo>
                  <a:pt x="307" y="594"/>
                  <a:pt x="307" y="594"/>
                  <a:pt x="307" y="594"/>
                </a:cubicBezTo>
                <a:close/>
                <a:moveTo>
                  <a:pt x="329" y="42"/>
                </a:moveTo>
                <a:cubicBezTo>
                  <a:pt x="368" y="74"/>
                  <a:pt x="400" y="117"/>
                  <a:pt x="421" y="167"/>
                </a:cubicBezTo>
                <a:cubicBezTo>
                  <a:pt x="392" y="177"/>
                  <a:pt x="361" y="183"/>
                  <a:pt x="328" y="184"/>
                </a:cubicBezTo>
                <a:cubicBezTo>
                  <a:pt x="328" y="42"/>
                  <a:pt x="328" y="42"/>
                  <a:pt x="328" y="42"/>
                </a:cubicBezTo>
                <a:cubicBezTo>
                  <a:pt x="329" y="42"/>
                  <a:pt x="329" y="42"/>
                  <a:pt x="329" y="42"/>
                </a:cubicBezTo>
                <a:close/>
                <a:moveTo>
                  <a:pt x="363" y="45"/>
                </a:moveTo>
                <a:cubicBezTo>
                  <a:pt x="420" y="55"/>
                  <a:pt x="471" y="81"/>
                  <a:pt x="510" y="119"/>
                </a:cubicBezTo>
                <a:cubicBezTo>
                  <a:pt x="489" y="136"/>
                  <a:pt x="466" y="150"/>
                  <a:pt x="440" y="160"/>
                </a:cubicBezTo>
                <a:cubicBezTo>
                  <a:pt x="421" y="116"/>
                  <a:pt x="395" y="77"/>
                  <a:pt x="363" y="45"/>
                </a:cubicBezTo>
                <a:close/>
                <a:moveTo>
                  <a:pt x="308" y="42"/>
                </a:moveTo>
                <a:cubicBezTo>
                  <a:pt x="308" y="184"/>
                  <a:pt x="308" y="184"/>
                  <a:pt x="308" y="184"/>
                </a:cubicBezTo>
                <a:cubicBezTo>
                  <a:pt x="275" y="183"/>
                  <a:pt x="244" y="177"/>
                  <a:pt x="215" y="167"/>
                </a:cubicBezTo>
                <a:cubicBezTo>
                  <a:pt x="236" y="117"/>
                  <a:pt x="268" y="74"/>
                  <a:pt x="307" y="42"/>
                </a:cubicBezTo>
                <a:cubicBezTo>
                  <a:pt x="307" y="42"/>
                  <a:pt x="307" y="42"/>
                  <a:pt x="308" y="42"/>
                </a:cubicBezTo>
                <a:close/>
                <a:moveTo>
                  <a:pt x="196" y="160"/>
                </a:moveTo>
                <a:cubicBezTo>
                  <a:pt x="171" y="150"/>
                  <a:pt x="147" y="136"/>
                  <a:pt x="126" y="119"/>
                </a:cubicBezTo>
                <a:cubicBezTo>
                  <a:pt x="165" y="81"/>
                  <a:pt x="216" y="55"/>
                  <a:pt x="273" y="45"/>
                </a:cubicBezTo>
                <a:cubicBezTo>
                  <a:pt x="241" y="77"/>
                  <a:pt x="215" y="116"/>
                  <a:pt x="196" y="160"/>
                </a:cubicBezTo>
                <a:close/>
                <a:moveTo>
                  <a:pt x="207" y="186"/>
                </a:moveTo>
                <a:cubicBezTo>
                  <a:pt x="239" y="197"/>
                  <a:pt x="273" y="204"/>
                  <a:pt x="308" y="205"/>
                </a:cubicBezTo>
                <a:cubicBezTo>
                  <a:pt x="308" y="308"/>
                  <a:pt x="308" y="308"/>
                  <a:pt x="308" y="308"/>
                </a:cubicBezTo>
                <a:cubicBezTo>
                  <a:pt x="185" y="308"/>
                  <a:pt x="185" y="308"/>
                  <a:pt x="185" y="308"/>
                </a:cubicBezTo>
                <a:cubicBezTo>
                  <a:pt x="186" y="265"/>
                  <a:pt x="194" y="224"/>
                  <a:pt x="207" y="186"/>
                </a:cubicBezTo>
                <a:close/>
                <a:moveTo>
                  <a:pt x="308" y="328"/>
                </a:moveTo>
                <a:cubicBezTo>
                  <a:pt x="308" y="452"/>
                  <a:pt x="308" y="452"/>
                  <a:pt x="308" y="452"/>
                </a:cubicBezTo>
                <a:cubicBezTo>
                  <a:pt x="275" y="453"/>
                  <a:pt x="244" y="458"/>
                  <a:pt x="215" y="468"/>
                </a:cubicBezTo>
                <a:cubicBezTo>
                  <a:pt x="197" y="425"/>
                  <a:pt x="186" y="378"/>
                  <a:pt x="185" y="328"/>
                </a:cubicBezTo>
                <a:lnTo>
                  <a:pt x="308" y="328"/>
                </a:lnTo>
                <a:close/>
                <a:moveTo>
                  <a:pt x="273" y="591"/>
                </a:moveTo>
                <a:cubicBezTo>
                  <a:pt x="222" y="582"/>
                  <a:pt x="176" y="560"/>
                  <a:pt x="138" y="528"/>
                </a:cubicBezTo>
                <a:cubicBezTo>
                  <a:pt x="158" y="514"/>
                  <a:pt x="180" y="502"/>
                  <a:pt x="204" y="493"/>
                </a:cubicBezTo>
                <a:cubicBezTo>
                  <a:pt x="222" y="531"/>
                  <a:pt x="245" y="563"/>
                  <a:pt x="273" y="591"/>
                </a:cubicBezTo>
                <a:close/>
                <a:moveTo>
                  <a:pt x="328" y="594"/>
                </a:moveTo>
                <a:cubicBezTo>
                  <a:pt x="328" y="472"/>
                  <a:pt x="328" y="472"/>
                  <a:pt x="328" y="472"/>
                </a:cubicBezTo>
                <a:cubicBezTo>
                  <a:pt x="358" y="473"/>
                  <a:pt x="386" y="478"/>
                  <a:pt x="413" y="486"/>
                </a:cubicBezTo>
                <a:cubicBezTo>
                  <a:pt x="392" y="529"/>
                  <a:pt x="363" y="566"/>
                  <a:pt x="329" y="594"/>
                </a:cubicBezTo>
                <a:cubicBezTo>
                  <a:pt x="329" y="594"/>
                  <a:pt x="329" y="594"/>
                  <a:pt x="328" y="594"/>
                </a:cubicBezTo>
                <a:close/>
                <a:moveTo>
                  <a:pt x="432" y="493"/>
                </a:moveTo>
                <a:cubicBezTo>
                  <a:pt x="456" y="502"/>
                  <a:pt x="478" y="514"/>
                  <a:pt x="498" y="528"/>
                </a:cubicBezTo>
                <a:cubicBezTo>
                  <a:pt x="460" y="560"/>
                  <a:pt x="414" y="582"/>
                  <a:pt x="363" y="591"/>
                </a:cubicBezTo>
                <a:cubicBezTo>
                  <a:pt x="391" y="563"/>
                  <a:pt x="414" y="531"/>
                  <a:pt x="432" y="493"/>
                </a:cubicBezTo>
                <a:close/>
                <a:moveTo>
                  <a:pt x="421" y="468"/>
                </a:moveTo>
                <a:cubicBezTo>
                  <a:pt x="392" y="458"/>
                  <a:pt x="361" y="453"/>
                  <a:pt x="328" y="452"/>
                </a:cubicBezTo>
                <a:cubicBezTo>
                  <a:pt x="328" y="328"/>
                  <a:pt x="328" y="328"/>
                  <a:pt x="328" y="328"/>
                </a:cubicBezTo>
                <a:cubicBezTo>
                  <a:pt x="451" y="328"/>
                  <a:pt x="451" y="328"/>
                  <a:pt x="451" y="328"/>
                </a:cubicBezTo>
                <a:cubicBezTo>
                  <a:pt x="450" y="378"/>
                  <a:pt x="439" y="425"/>
                  <a:pt x="421" y="468"/>
                </a:cubicBezTo>
                <a:close/>
                <a:moveTo>
                  <a:pt x="328" y="308"/>
                </a:moveTo>
                <a:cubicBezTo>
                  <a:pt x="328" y="205"/>
                  <a:pt x="328" y="205"/>
                  <a:pt x="328" y="205"/>
                </a:cubicBezTo>
                <a:cubicBezTo>
                  <a:pt x="363" y="204"/>
                  <a:pt x="397" y="197"/>
                  <a:pt x="429" y="186"/>
                </a:cubicBezTo>
                <a:cubicBezTo>
                  <a:pt x="442" y="224"/>
                  <a:pt x="450" y="265"/>
                  <a:pt x="451" y="308"/>
                </a:cubicBezTo>
                <a:lnTo>
                  <a:pt x="328" y="308"/>
                </a:lnTo>
                <a:close/>
                <a:moveTo>
                  <a:pt x="111" y="134"/>
                </a:moveTo>
                <a:cubicBezTo>
                  <a:pt x="135" y="152"/>
                  <a:pt x="160" y="168"/>
                  <a:pt x="188" y="179"/>
                </a:cubicBezTo>
                <a:cubicBezTo>
                  <a:pt x="174" y="219"/>
                  <a:pt x="166" y="262"/>
                  <a:pt x="165" y="308"/>
                </a:cubicBezTo>
                <a:cubicBezTo>
                  <a:pt x="42" y="308"/>
                  <a:pt x="42" y="308"/>
                  <a:pt x="42" y="308"/>
                </a:cubicBezTo>
                <a:cubicBezTo>
                  <a:pt x="44" y="241"/>
                  <a:pt x="70" y="181"/>
                  <a:pt x="111" y="134"/>
                </a:cubicBezTo>
                <a:close/>
                <a:moveTo>
                  <a:pt x="42" y="328"/>
                </a:moveTo>
                <a:cubicBezTo>
                  <a:pt x="165" y="328"/>
                  <a:pt x="165" y="328"/>
                  <a:pt x="165" y="328"/>
                </a:cubicBezTo>
                <a:cubicBezTo>
                  <a:pt x="166" y="381"/>
                  <a:pt x="177" y="430"/>
                  <a:pt x="195" y="475"/>
                </a:cubicBezTo>
                <a:cubicBezTo>
                  <a:pt x="169" y="485"/>
                  <a:pt x="145" y="498"/>
                  <a:pt x="123" y="514"/>
                </a:cubicBezTo>
                <a:cubicBezTo>
                  <a:pt x="75" y="466"/>
                  <a:pt x="44" y="401"/>
                  <a:pt x="42" y="328"/>
                </a:cubicBezTo>
                <a:close/>
                <a:moveTo>
                  <a:pt x="513" y="514"/>
                </a:moveTo>
                <a:cubicBezTo>
                  <a:pt x="491" y="498"/>
                  <a:pt x="467" y="485"/>
                  <a:pt x="441" y="475"/>
                </a:cubicBezTo>
                <a:cubicBezTo>
                  <a:pt x="459" y="430"/>
                  <a:pt x="470" y="381"/>
                  <a:pt x="471" y="328"/>
                </a:cubicBezTo>
                <a:cubicBezTo>
                  <a:pt x="594" y="328"/>
                  <a:pt x="594" y="328"/>
                  <a:pt x="594" y="328"/>
                </a:cubicBezTo>
                <a:cubicBezTo>
                  <a:pt x="592" y="401"/>
                  <a:pt x="561" y="466"/>
                  <a:pt x="513" y="51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5" name="AutoShape 1">
            <a:extLst xmlns:a="http://schemas.openxmlformats.org/drawingml/2006/main">
              <a:ext uri="{FF2B5EF4-FFF2-40B4-BE49-F238E27FC236}">
                <a16:creationId xmlns:a16="http://schemas.microsoft.com/office/drawing/2014/main" id="{48F16F12-B004-4ABE-AAA8-42D597EF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5396" y="1149443"/>
            <a:ext cx="4266586" cy="2822929"/>
          </a:xfrm>
          <a:prstGeom xmlns:a="http://schemas.openxmlformats.org/drawingml/2006/main" prst="roundRect">
            <a:avLst>
              <a:gd name="adj" fmla="val 1292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2CE4B65-6103-4C38-92A7-2A427C04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4022" y="1358784"/>
            <a:ext cx="4266587" cy="1998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7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97699FF-7AA4-40F4-81BC-DF7B89B3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7103" y="1203365"/>
            <a:ext cx="1706634" cy="355244"/>
          </a:xfrm>
          <a:prstGeom xmlns:a="http://schemas.openxmlformats.org/drawingml/2006/main" prst="roundRect">
            <a:avLst>
              <a:gd name="adj" fmla="val 11986"/>
            </a:avLst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8" name="Oval 4">
            <a:extLst xmlns:a="http://schemas.openxmlformats.org/drawingml/2006/main">
              <a:ext uri="{FF2B5EF4-FFF2-40B4-BE49-F238E27FC236}">
                <a16:creationId xmlns:a16="http://schemas.microsoft.com/office/drawing/2014/main" id="{D68B6E0E-D3C7-4493-A31B-8207DAE9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3472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9" name="Oval 5">
            <a:extLst xmlns:a="http://schemas.openxmlformats.org/drawingml/2006/main">
              <a:ext uri="{FF2B5EF4-FFF2-40B4-BE49-F238E27FC236}">
                <a16:creationId xmlns:a16="http://schemas.microsoft.com/office/drawing/2014/main" id="{AA3A8A3A-E81C-4F16-9EA2-9F11A977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70137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0" name="Oval 6">
            <a:extLst xmlns:a="http://schemas.openxmlformats.org/drawingml/2006/main">
              <a:ext uri="{FF2B5EF4-FFF2-40B4-BE49-F238E27FC236}">
                <a16:creationId xmlns:a16="http://schemas.microsoft.com/office/drawing/2014/main" id="{539165D2-E0B0-4B91-BDF2-5FF535A7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6801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1" name="Rectangle 92">
            <a:extLst xmlns:a="http://schemas.openxmlformats.org/drawingml/2006/main">
              <a:ext uri="{FF2B5EF4-FFF2-40B4-BE49-F238E27FC236}">
                <a16:creationId xmlns:a16="http://schemas.microsoft.com/office/drawing/2014/main" id="{B58995FD-774E-443F-8F74-D69C353C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4161" y="1396846"/>
            <a:ext cx="3205451" cy="126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3B3B3"/>
            </a:solidFill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5" name="Freeform 13">
            <a:extLst xmlns:a="http://schemas.openxmlformats.org/drawingml/2006/main">
              <a:ext uri="{FF2B5EF4-FFF2-40B4-BE49-F238E27FC236}">
                <a16:creationId xmlns:a16="http://schemas.microsoft.com/office/drawing/2014/main" id="{2EE8F120-DDD5-495E-8097-10825D0A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55003" y="1203365"/>
            <a:ext cx="24455" cy="24472"/>
          </a:xfrm>
          <a:custGeom xmlns:a="http://schemas.openxmlformats.org/drawingml/2006/main"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2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6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99F88D3-5C91-4BBA-BE63-9371B4B3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55003" y="1240208"/>
            <a:ext cx="24455" cy="24472"/>
          </a:xfrm>
          <a:custGeom xmlns:a="http://schemas.openxmlformats.org/drawingml/2006/main"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1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7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1C5DCC2-9B40-4DA3-AB2F-ED9C5D89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55003" y="1276945"/>
            <a:ext cx="24455" cy="24634"/>
          </a:xfrm>
          <a:custGeom xmlns:a="http://schemas.openxmlformats.org/drawingml/2006/main">
            <a:gdLst>
              <a:gd name="T0" fmla="*/ 168 w 193"/>
              <a:gd name="T1" fmla="*/ 0 h 193"/>
              <a:gd name="T2" fmla="*/ 24 w 193"/>
              <a:gd name="T3" fmla="*/ 0 h 193"/>
              <a:gd name="T4" fmla="*/ 0 w 193"/>
              <a:gd name="T5" fmla="*/ 25 h 193"/>
              <a:gd name="T6" fmla="*/ 0 w 193"/>
              <a:gd name="T7" fmla="*/ 169 h 193"/>
              <a:gd name="T8" fmla="*/ 24 w 193"/>
              <a:gd name="T9" fmla="*/ 193 h 193"/>
              <a:gd name="T10" fmla="*/ 168 w 193"/>
              <a:gd name="T11" fmla="*/ 193 h 193"/>
              <a:gd name="T12" fmla="*/ 193 w 193"/>
              <a:gd name="T13" fmla="*/ 169 h 193"/>
              <a:gd name="T14" fmla="*/ 193 w 193"/>
              <a:gd name="T15" fmla="*/ 25 h 193"/>
              <a:gd name="T16" fmla="*/ 168 w 193"/>
              <a:gd name="T17" fmla="*/ 0 h 193"/>
            </a:gdLst>
            <a:rect l="0" t="0" r="r" b="b"/>
            <a:pathLst>
              <a:path w="193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2" y="193"/>
                  <a:pt x="193" y="182"/>
                  <a:pt x="193" y="169"/>
                </a:cubicBezTo>
                <a:cubicBezTo>
                  <a:pt x="193" y="25"/>
                  <a:pt x="193" y="25"/>
                  <a:pt x="193" y="25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8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721D991-881C-4DBE-AF30-E47AE304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1632" y="1203365"/>
            <a:ext cx="24294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9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7111254-2A6F-40F4-8741-1C703E43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1632" y="1240208"/>
            <a:ext cx="24294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0" name="Freeform 18">
            <a:extLst xmlns:a="http://schemas.openxmlformats.org/drawingml/2006/main">
              <a:ext uri="{FF2B5EF4-FFF2-40B4-BE49-F238E27FC236}">
                <a16:creationId xmlns:a16="http://schemas.microsoft.com/office/drawing/2014/main" id="{3448ADF5-3363-4495-90EA-D3397EA0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1632" y="1276945"/>
            <a:ext cx="24294" cy="24634"/>
          </a:xfrm>
          <a:custGeom xmlns:a="http://schemas.openxmlformats.org/drawingml/2006/main"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1" name="Freeform 19">
            <a:extLst xmlns:a="http://schemas.openxmlformats.org/drawingml/2006/main">
              <a:ext uri="{FF2B5EF4-FFF2-40B4-BE49-F238E27FC236}">
                <a16:creationId xmlns:a16="http://schemas.microsoft.com/office/drawing/2014/main" id="{A11FFFD8-A688-46DB-9518-83D23CB9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28208" y="1203365"/>
            <a:ext cx="24348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3B48C2AB-505E-4332-A44A-9D533A65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28208" y="1240208"/>
            <a:ext cx="24348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3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BFBAB80-64C2-4E27-A1CC-A218E6C3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28208" y="1276945"/>
            <a:ext cx="24348" cy="24634"/>
          </a:xfrm>
          <a:custGeom xmlns:a="http://schemas.openxmlformats.org/drawingml/2006/main"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0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3" name="Freeform 25">
            <a:extLst xmlns:a="http://schemas.openxmlformats.org/drawingml/2006/main">
              <a:ext uri="{FF2B5EF4-FFF2-40B4-BE49-F238E27FC236}">
                <a16:creationId xmlns:a16="http://schemas.microsoft.com/office/drawing/2014/main" id="{27106E3B-5EE5-442B-87E5-0B8163B9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0856706" y="1416310"/>
            <a:ext cx="92256" cy="81375"/>
          </a:xfrm>
          <a:custGeom xmlns:a="http://schemas.openxmlformats.org/drawingml/2006/main">
            <a:gdLst>
              <a:gd name="T0" fmla="*/ 504 w 896"/>
              <a:gd name="T1" fmla="*/ 0 h 784"/>
              <a:gd name="T2" fmla="*/ 116 w 896"/>
              <a:gd name="T3" fmla="*/ 336 h 784"/>
              <a:gd name="T4" fmla="*/ 0 w 896"/>
              <a:gd name="T5" fmla="*/ 336 h 784"/>
              <a:gd name="T6" fmla="*/ 168 w 896"/>
              <a:gd name="T7" fmla="*/ 560 h 784"/>
              <a:gd name="T8" fmla="*/ 336 w 896"/>
              <a:gd name="T9" fmla="*/ 336 h 784"/>
              <a:gd name="T10" fmla="*/ 230 w 896"/>
              <a:gd name="T11" fmla="*/ 336 h 784"/>
              <a:gd name="T12" fmla="*/ 504 w 896"/>
              <a:gd name="T13" fmla="*/ 112 h 784"/>
              <a:gd name="T14" fmla="*/ 784 w 896"/>
              <a:gd name="T15" fmla="*/ 392 h 784"/>
              <a:gd name="T16" fmla="*/ 504 w 896"/>
              <a:gd name="T17" fmla="*/ 672 h 784"/>
              <a:gd name="T18" fmla="*/ 504 w 896"/>
              <a:gd name="T19" fmla="*/ 784 h 784"/>
              <a:gd name="T20" fmla="*/ 896 w 896"/>
              <a:gd name="T21" fmla="*/ 392 h 784"/>
              <a:gd name="T22" fmla="*/ 504 w 896"/>
              <a:gd name="T23" fmla="*/ 0 h 784"/>
            </a:gdLst>
            <a:rect l="0" t="0" r="r" b="b"/>
            <a:pathLst>
              <a:path w="896" h="784">
                <a:moveTo>
                  <a:pt x="504" y="0"/>
                </a:moveTo>
                <a:cubicBezTo>
                  <a:pt x="307" y="0"/>
                  <a:pt x="144" y="146"/>
                  <a:pt x="116" y="336"/>
                </a:cubicBezTo>
                <a:cubicBezTo>
                  <a:pt x="0" y="336"/>
                  <a:pt x="0" y="336"/>
                  <a:pt x="0" y="336"/>
                </a:cubicBezTo>
                <a:cubicBezTo>
                  <a:pt x="168" y="560"/>
                  <a:pt x="168" y="560"/>
                  <a:pt x="168" y="560"/>
                </a:cubicBezTo>
                <a:cubicBezTo>
                  <a:pt x="336" y="336"/>
                  <a:pt x="336" y="336"/>
                  <a:pt x="336" y="336"/>
                </a:cubicBezTo>
                <a:cubicBezTo>
                  <a:pt x="230" y="336"/>
                  <a:pt x="230" y="336"/>
                  <a:pt x="230" y="336"/>
                </a:cubicBezTo>
                <a:cubicBezTo>
                  <a:pt x="256" y="208"/>
                  <a:pt x="369" y="112"/>
                  <a:pt x="504" y="112"/>
                </a:cubicBezTo>
                <a:cubicBezTo>
                  <a:pt x="658" y="112"/>
                  <a:pt x="784" y="238"/>
                  <a:pt x="784" y="392"/>
                </a:cubicBezTo>
                <a:cubicBezTo>
                  <a:pt x="784" y="546"/>
                  <a:pt x="658" y="672"/>
                  <a:pt x="504" y="672"/>
                </a:cubicBezTo>
                <a:cubicBezTo>
                  <a:pt x="504" y="784"/>
                  <a:pt x="504" y="784"/>
                  <a:pt x="504" y="784"/>
                </a:cubicBezTo>
                <a:cubicBezTo>
                  <a:pt x="721" y="784"/>
                  <a:pt x="896" y="609"/>
                  <a:pt x="896" y="392"/>
                </a:cubicBezTo>
                <a:cubicBezTo>
                  <a:pt x="896" y="175"/>
                  <a:pt x="721" y="0"/>
                  <a:pt x="50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4" name="Oval 6">
            <a:extLst xmlns:a="http://schemas.openxmlformats.org/drawingml/2006/main">
              <a:ext uri="{FF2B5EF4-FFF2-40B4-BE49-F238E27FC236}">
                <a16:creationId xmlns:a16="http://schemas.microsoft.com/office/drawing/2014/main" id="{AFFAA0AD-114A-4831-ACE3-B8C4258E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8667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4BEAEF8-91EF-49C8-A667-2BC7D51C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0494" y="1340551"/>
            <a:ext cx="962343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tx1"/>
                </a:solidFill>
                <a:latin typeface="Poppins Light"/>
                <a:ea typeface="Poppins Light"/>
                <a:cs typeface="Poppins Light"/>
              </a:rPr>
              <a:t>template-only</a:t>
            </a:r>
          </a:p>
        </p:txBody>
      </p:sp>
      <p:sp>
        <p:nvSpPr>
          <p:cNvPr id="34" name="Freeform 29">
            <a:extLst xmlns:a="http://schemas.openxmlformats.org/drawingml/2006/main">
              <a:ext uri="{FF2B5EF4-FFF2-40B4-BE49-F238E27FC236}">
                <a16:creationId xmlns:a16="http://schemas.microsoft.com/office/drawing/2014/main" id="{1C88632E-4E09-404A-9868-C0997FA1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74411" y="1425286"/>
            <a:ext cx="72445" cy="73024"/>
          </a:xfrm>
          <a:custGeom xmlns:a="http://schemas.openxmlformats.org/drawingml/2006/main">
            <a:gdLst>
              <a:gd name="T0" fmla="*/ 0 w 636"/>
              <a:gd name="T1" fmla="*/ 318 h 636"/>
              <a:gd name="T2" fmla="*/ 636 w 636"/>
              <a:gd name="T3" fmla="*/ 318 h 636"/>
              <a:gd name="T4" fmla="*/ 594 w 636"/>
              <a:gd name="T5" fmla="*/ 308 h 636"/>
              <a:gd name="T6" fmla="*/ 448 w 636"/>
              <a:gd name="T7" fmla="*/ 179 h 636"/>
              <a:gd name="T8" fmla="*/ 594 w 636"/>
              <a:gd name="T9" fmla="*/ 308 h 636"/>
              <a:gd name="T10" fmla="*/ 223 w 636"/>
              <a:gd name="T11" fmla="*/ 486 h 636"/>
              <a:gd name="T12" fmla="*/ 308 w 636"/>
              <a:gd name="T13" fmla="*/ 594 h 636"/>
              <a:gd name="T14" fmla="*/ 329 w 636"/>
              <a:gd name="T15" fmla="*/ 42 h 636"/>
              <a:gd name="T16" fmla="*/ 328 w 636"/>
              <a:gd name="T17" fmla="*/ 184 h 636"/>
              <a:gd name="T18" fmla="*/ 329 w 636"/>
              <a:gd name="T19" fmla="*/ 42 h 636"/>
              <a:gd name="T20" fmla="*/ 510 w 636"/>
              <a:gd name="T21" fmla="*/ 119 h 636"/>
              <a:gd name="T22" fmla="*/ 363 w 636"/>
              <a:gd name="T23" fmla="*/ 45 h 636"/>
              <a:gd name="T24" fmla="*/ 308 w 636"/>
              <a:gd name="T25" fmla="*/ 184 h 636"/>
              <a:gd name="T26" fmla="*/ 307 w 636"/>
              <a:gd name="T27" fmla="*/ 42 h 636"/>
              <a:gd name="T28" fmla="*/ 196 w 636"/>
              <a:gd name="T29" fmla="*/ 160 h 636"/>
              <a:gd name="T30" fmla="*/ 273 w 636"/>
              <a:gd name="T31" fmla="*/ 45 h 636"/>
              <a:gd name="T32" fmla="*/ 207 w 636"/>
              <a:gd name="T33" fmla="*/ 186 h 636"/>
              <a:gd name="T34" fmla="*/ 308 w 636"/>
              <a:gd name="T35" fmla="*/ 308 h 636"/>
              <a:gd name="T36" fmla="*/ 207 w 636"/>
              <a:gd name="T37" fmla="*/ 186 h 636"/>
              <a:gd name="T38" fmla="*/ 308 w 636"/>
              <a:gd name="T39" fmla="*/ 452 h 636"/>
              <a:gd name="T40" fmla="*/ 185 w 636"/>
              <a:gd name="T41" fmla="*/ 328 h 636"/>
              <a:gd name="T42" fmla="*/ 273 w 636"/>
              <a:gd name="T43" fmla="*/ 591 h 636"/>
              <a:gd name="T44" fmla="*/ 204 w 636"/>
              <a:gd name="T45" fmla="*/ 493 h 636"/>
              <a:gd name="T46" fmla="*/ 328 w 636"/>
              <a:gd name="T47" fmla="*/ 594 h 636"/>
              <a:gd name="T48" fmla="*/ 413 w 636"/>
              <a:gd name="T49" fmla="*/ 486 h 636"/>
              <a:gd name="T50" fmla="*/ 328 w 636"/>
              <a:gd name="T51" fmla="*/ 594 h 636"/>
              <a:gd name="T52" fmla="*/ 498 w 636"/>
              <a:gd name="T53" fmla="*/ 528 h 636"/>
              <a:gd name="T54" fmla="*/ 432 w 636"/>
              <a:gd name="T55" fmla="*/ 493 h 636"/>
              <a:gd name="T56" fmla="*/ 328 w 636"/>
              <a:gd name="T57" fmla="*/ 452 h 636"/>
              <a:gd name="T58" fmla="*/ 451 w 636"/>
              <a:gd name="T59" fmla="*/ 328 h 636"/>
              <a:gd name="T60" fmla="*/ 328 w 636"/>
              <a:gd name="T61" fmla="*/ 308 h 636"/>
              <a:gd name="T62" fmla="*/ 429 w 636"/>
              <a:gd name="T63" fmla="*/ 186 h 636"/>
              <a:gd name="T64" fmla="*/ 328 w 636"/>
              <a:gd name="T65" fmla="*/ 308 h 636"/>
              <a:gd name="T66" fmla="*/ 188 w 636"/>
              <a:gd name="T67" fmla="*/ 179 h 636"/>
              <a:gd name="T68" fmla="*/ 42 w 636"/>
              <a:gd name="T69" fmla="*/ 308 h 636"/>
              <a:gd name="T70" fmla="*/ 42 w 636"/>
              <a:gd name="T71" fmla="*/ 328 h 636"/>
              <a:gd name="T72" fmla="*/ 195 w 636"/>
              <a:gd name="T73" fmla="*/ 475 h 636"/>
              <a:gd name="T74" fmla="*/ 42 w 636"/>
              <a:gd name="T75" fmla="*/ 328 h 636"/>
              <a:gd name="T76" fmla="*/ 441 w 636"/>
              <a:gd name="T77" fmla="*/ 475 h 636"/>
              <a:gd name="T78" fmla="*/ 594 w 636"/>
              <a:gd name="T79" fmla="*/ 328 h 636"/>
            </a:gdLst>
            <a:rect l="0" t="0" r="r" b="b"/>
            <a:pathLst>
              <a:path w="636" h="636">
                <a:moveTo>
                  <a:pt x="318" y="0"/>
                </a:moveTo>
                <a:cubicBezTo>
                  <a:pt x="142" y="0"/>
                  <a:pt x="0" y="142"/>
                  <a:pt x="0" y="318"/>
                </a:cubicBezTo>
                <a:cubicBezTo>
                  <a:pt x="0" y="494"/>
                  <a:pt x="142" y="636"/>
                  <a:pt x="318" y="636"/>
                </a:cubicBezTo>
                <a:cubicBezTo>
                  <a:pt x="494" y="636"/>
                  <a:pt x="636" y="494"/>
                  <a:pt x="636" y="318"/>
                </a:cubicBezTo>
                <a:cubicBezTo>
                  <a:pt x="636" y="142"/>
                  <a:pt x="494" y="0"/>
                  <a:pt x="318" y="0"/>
                </a:cubicBezTo>
                <a:close/>
                <a:moveTo>
                  <a:pt x="594" y="308"/>
                </a:moveTo>
                <a:cubicBezTo>
                  <a:pt x="471" y="308"/>
                  <a:pt x="471" y="308"/>
                  <a:pt x="471" y="308"/>
                </a:cubicBezTo>
                <a:cubicBezTo>
                  <a:pt x="470" y="262"/>
                  <a:pt x="462" y="219"/>
                  <a:pt x="448" y="179"/>
                </a:cubicBezTo>
                <a:cubicBezTo>
                  <a:pt x="476" y="168"/>
                  <a:pt x="501" y="152"/>
                  <a:pt x="525" y="134"/>
                </a:cubicBezTo>
                <a:cubicBezTo>
                  <a:pt x="566" y="181"/>
                  <a:pt x="592" y="241"/>
                  <a:pt x="594" y="308"/>
                </a:cubicBezTo>
                <a:close/>
                <a:moveTo>
                  <a:pt x="307" y="594"/>
                </a:moveTo>
                <a:cubicBezTo>
                  <a:pt x="273" y="566"/>
                  <a:pt x="244" y="529"/>
                  <a:pt x="223" y="486"/>
                </a:cubicBezTo>
                <a:cubicBezTo>
                  <a:pt x="250" y="478"/>
                  <a:pt x="278" y="473"/>
                  <a:pt x="308" y="472"/>
                </a:cubicBezTo>
                <a:cubicBezTo>
                  <a:pt x="308" y="594"/>
                  <a:pt x="308" y="594"/>
                  <a:pt x="308" y="594"/>
                </a:cubicBezTo>
                <a:cubicBezTo>
                  <a:pt x="307" y="594"/>
                  <a:pt x="307" y="594"/>
                  <a:pt x="307" y="594"/>
                </a:cubicBezTo>
                <a:close/>
                <a:moveTo>
                  <a:pt x="329" y="42"/>
                </a:moveTo>
                <a:cubicBezTo>
                  <a:pt x="368" y="74"/>
                  <a:pt x="400" y="117"/>
                  <a:pt x="421" y="167"/>
                </a:cubicBezTo>
                <a:cubicBezTo>
                  <a:pt x="392" y="177"/>
                  <a:pt x="361" y="183"/>
                  <a:pt x="328" y="184"/>
                </a:cubicBezTo>
                <a:cubicBezTo>
                  <a:pt x="328" y="42"/>
                  <a:pt x="328" y="42"/>
                  <a:pt x="328" y="42"/>
                </a:cubicBezTo>
                <a:cubicBezTo>
                  <a:pt x="329" y="42"/>
                  <a:pt x="329" y="42"/>
                  <a:pt x="329" y="42"/>
                </a:cubicBezTo>
                <a:close/>
                <a:moveTo>
                  <a:pt x="363" y="45"/>
                </a:moveTo>
                <a:cubicBezTo>
                  <a:pt x="420" y="55"/>
                  <a:pt x="471" y="81"/>
                  <a:pt x="510" y="119"/>
                </a:cubicBezTo>
                <a:cubicBezTo>
                  <a:pt x="489" y="136"/>
                  <a:pt x="466" y="150"/>
                  <a:pt x="440" y="160"/>
                </a:cubicBezTo>
                <a:cubicBezTo>
                  <a:pt x="421" y="116"/>
                  <a:pt x="395" y="77"/>
                  <a:pt x="363" y="45"/>
                </a:cubicBezTo>
                <a:close/>
                <a:moveTo>
                  <a:pt x="308" y="42"/>
                </a:moveTo>
                <a:cubicBezTo>
                  <a:pt x="308" y="184"/>
                  <a:pt x="308" y="184"/>
                  <a:pt x="308" y="184"/>
                </a:cubicBezTo>
                <a:cubicBezTo>
                  <a:pt x="275" y="183"/>
                  <a:pt x="244" y="177"/>
                  <a:pt x="215" y="167"/>
                </a:cubicBezTo>
                <a:cubicBezTo>
                  <a:pt x="236" y="117"/>
                  <a:pt x="268" y="74"/>
                  <a:pt x="307" y="42"/>
                </a:cubicBezTo>
                <a:cubicBezTo>
                  <a:pt x="307" y="42"/>
                  <a:pt x="307" y="42"/>
                  <a:pt x="308" y="42"/>
                </a:cubicBezTo>
                <a:close/>
                <a:moveTo>
                  <a:pt x="196" y="160"/>
                </a:moveTo>
                <a:cubicBezTo>
                  <a:pt x="171" y="150"/>
                  <a:pt x="147" y="136"/>
                  <a:pt x="126" y="119"/>
                </a:cubicBezTo>
                <a:cubicBezTo>
                  <a:pt x="165" y="81"/>
                  <a:pt x="216" y="55"/>
                  <a:pt x="273" y="45"/>
                </a:cubicBezTo>
                <a:cubicBezTo>
                  <a:pt x="241" y="77"/>
                  <a:pt x="215" y="116"/>
                  <a:pt x="196" y="160"/>
                </a:cubicBezTo>
                <a:close/>
                <a:moveTo>
                  <a:pt x="207" y="186"/>
                </a:moveTo>
                <a:cubicBezTo>
                  <a:pt x="239" y="197"/>
                  <a:pt x="273" y="204"/>
                  <a:pt x="308" y="205"/>
                </a:cubicBezTo>
                <a:cubicBezTo>
                  <a:pt x="308" y="308"/>
                  <a:pt x="308" y="308"/>
                  <a:pt x="308" y="308"/>
                </a:cubicBezTo>
                <a:cubicBezTo>
                  <a:pt x="185" y="308"/>
                  <a:pt x="185" y="308"/>
                  <a:pt x="185" y="308"/>
                </a:cubicBezTo>
                <a:cubicBezTo>
                  <a:pt x="186" y="265"/>
                  <a:pt x="194" y="224"/>
                  <a:pt x="207" y="186"/>
                </a:cubicBezTo>
                <a:close/>
                <a:moveTo>
                  <a:pt x="308" y="328"/>
                </a:moveTo>
                <a:cubicBezTo>
                  <a:pt x="308" y="452"/>
                  <a:pt x="308" y="452"/>
                  <a:pt x="308" y="452"/>
                </a:cubicBezTo>
                <a:cubicBezTo>
                  <a:pt x="275" y="453"/>
                  <a:pt x="244" y="458"/>
                  <a:pt x="215" y="468"/>
                </a:cubicBezTo>
                <a:cubicBezTo>
                  <a:pt x="197" y="425"/>
                  <a:pt x="186" y="378"/>
                  <a:pt x="185" y="328"/>
                </a:cubicBezTo>
                <a:lnTo>
                  <a:pt x="308" y="328"/>
                </a:lnTo>
                <a:close/>
                <a:moveTo>
                  <a:pt x="273" y="591"/>
                </a:moveTo>
                <a:cubicBezTo>
                  <a:pt x="222" y="582"/>
                  <a:pt x="176" y="560"/>
                  <a:pt x="138" y="528"/>
                </a:cubicBezTo>
                <a:cubicBezTo>
                  <a:pt x="158" y="514"/>
                  <a:pt x="180" y="502"/>
                  <a:pt x="204" y="493"/>
                </a:cubicBezTo>
                <a:cubicBezTo>
                  <a:pt x="222" y="531"/>
                  <a:pt x="245" y="563"/>
                  <a:pt x="273" y="591"/>
                </a:cubicBezTo>
                <a:close/>
                <a:moveTo>
                  <a:pt x="328" y="594"/>
                </a:moveTo>
                <a:cubicBezTo>
                  <a:pt x="328" y="472"/>
                  <a:pt x="328" y="472"/>
                  <a:pt x="328" y="472"/>
                </a:cubicBezTo>
                <a:cubicBezTo>
                  <a:pt x="358" y="473"/>
                  <a:pt x="386" y="478"/>
                  <a:pt x="413" y="486"/>
                </a:cubicBezTo>
                <a:cubicBezTo>
                  <a:pt x="392" y="529"/>
                  <a:pt x="363" y="566"/>
                  <a:pt x="329" y="594"/>
                </a:cubicBezTo>
                <a:cubicBezTo>
                  <a:pt x="329" y="594"/>
                  <a:pt x="329" y="594"/>
                  <a:pt x="328" y="594"/>
                </a:cubicBezTo>
                <a:close/>
                <a:moveTo>
                  <a:pt x="432" y="493"/>
                </a:moveTo>
                <a:cubicBezTo>
                  <a:pt x="456" y="502"/>
                  <a:pt x="478" y="514"/>
                  <a:pt x="498" y="528"/>
                </a:cubicBezTo>
                <a:cubicBezTo>
                  <a:pt x="460" y="560"/>
                  <a:pt x="414" y="582"/>
                  <a:pt x="363" y="591"/>
                </a:cubicBezTo>
                <a:cubicBezTo>
                  <a:pt x="391" y="563"/>
                  <a:pt x="414" y="531"/>
                  <a:pt x="432" y="493"/>
                </a:cubicBezTo>
                <a:close/>
                <a:moveTo>
                  <a:pt x="421" y="468"/>
                </a:moveTo>
                <a:cubicBezTo>
                  <a:pt x="392" y="458"/>
                  <a:pt x="361" y="453"/>
                  <a:pt x="328" y="452"/>
                </a:cubicBezTo>
                <a:cubicBezTo>
                  <a:pt x="328" y="328"/>
                  <a:pt x="328" y="328"/>
                  <a:pt x="328" y="328"/>
                </a:cubicBezTo>
                <a:cubicBezTo>
                  <a:pt x="451" y="328"/>
                  <a:pt x="451" y="328"/>
                  <a:pt x="451" y="328"/>
                </a:cubicBezTo>
                <a:cubicBezTo>
                  <a:pt x="450" y="378"/>
                  <a:pt x="439" y="425"/>
                  <a:pt x="421" y="468"/>
                </a:cubicBezTo>
                <a:close/>
                <a:moveTo>
                  <a:pt x="328" y="308"/>
                </a:moveTo>
                <a:cubicBezTo>
                  <a:pt x="328" y="205"/>
                  <a:pt x="328" y="205"/>
                  <a:pt x="328" y="205"/>
                </a:cubicBezTo>
                <a:cubicBezTo>
                  <a:pt x="363" y="204"/>
                  <a:pt x="397" y="197"/>
                  <a:pt x="429" y="186"/>
                </a:cubicBezTo>
                <a:cubicBezTo>
                  <a:pt x="442" y="224"/>
                  <a:pt x="450" y="265"/>
                  <a:pt x="451" y="308"/>
                </a:cubicBezTo>
                <a:lnTo>
                  <a:pt x="328" y="308"/>
                </a:lnTo>
                <a:close/>
                <a:moveTo>
                  <a:pt x="111" y="134"/>
                </a:moveTo>
                <a:cubicBezTo>
                  <a:pt x="135" y="152"/>
                  <a:pt x="160" y="168"/>
                  <a:pt x="188" y="179"/>
                </a:cubicBezTo>
                <a:cubicBezTo>
                  <a:pt x="174" y="219"/>
                  <a:pt x="166" y="262"/>
                  <a:pt x="165" y="308"/>
                </a:cubicBezTo>
                <a:cubicBezTo>
                  <a:pt x="42" y="308"/>
                  <a:pt x="42" y="308"/>
                  <a:pt x="42" y="308"/>
                </a:cubicBezTo>
                <a:cubicBezTo>
                  <a:pt x="44" y="241"/>
                  <a:pt x="70" y="181"/>
                  <a:pt x="111" y="134"/>
                </a:cubicBezTo>
                <a:close/>
                <a:moveTo>
                  <a:pt x="42" y="328"/>
                </a:moveTo>
                <a:cubicBezTo>
                  <a:pt x="165" y="328"/>
                  <a:pt x="165" y="328"/>
                  <a:pt x="165" y="328"/>
                </a:cubicBezTo>
                <a:cubicBezTo>
                  <a:pt x="166" y="381"/>
                  <a:pt x="177" y="430"/>
                  <a:pt x="195" y="475"/>
                </a:cubicBezTo>
                <a:cubicBezTo>
                  <a:pt x="169" y="485"/>
                  <a:pt x="145" y="498"/>
                  <a:pt x="123" y="514"/>
                </a:cubicBezTo>
                <a:cubicBezTo>
                  <a:pt x="75" y="466"/>
                  <a:pt x="44" y="401"/>
                  <a:pt x="42" y="328"/>
                </a:cubicBezTo>
                <a:close/>
                <a:moveTo>
                  <a:pt x="513" y="514"/>
                </a:moveTo>
                <a:cubicBezTo>
                  <a:pt x="491" y="498"/>
                  <a:pt x="467" y="485"/>
                  <a:pt x="441" y="475"/>
                </a:cubicBezTo>
                <a:cubicBezTo>
                  <a:pt x="459" y="430"/>
                  <a:pt x="470" y="381"/>
                  <a:pt x="471" y="328"/>
                </a:cubicBezTo>
                <a:cubicBezTo>
                  <a:pt x="594" y="328"/>
                  <a:pt x="594" y="328"/>
                  <a:pt x="594" y="328"/>
                </a:cubicBezTo>
                <a:cubicBezTo>
                  <a:pt x="592" y="401"/>
                  <a:pt x="561" y="466"/>
                  <a:pt x="513" y="51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rPr>
                <a:solidFill>
                  <a:schemeClr val="accent5"/>
                </a:solidFill>
              </a:rPr>
              <a:t>7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Живой диалог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Интересы оппонента, структурированное предложение и явный выход из переговоров.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Честный разбор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Сделка ниже BATNA получает предупреждение. Награда и причинные обещания не показываются.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02" name="Рисунок 4"/>
          <p:cNvPicPr>
            <a:picLocks xmlns:a="http://schemas.openxmlformats.org/drawingml/2006/main" noChangeAspect="1"/>
          </p:cNvPicPr>
          <p:nvPr>
            <p:ph type="pic" idx="14"/>
          </p:nvPr>
        </p:nvPicPr>
        <p:blipFill>
          <a:blip xmlns:r="http://schemas.openxmlformats.org/officeDocument/2006/relationships" xmlns:a="http://schemas.openxmlformats.org/drawingml/2006/main" r:embed="R99cc5b8346d743f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210628" y="1578007"/>
            <a:ext cx="4121658" cy="2284000"/>
          </a:xfrm>
          <a:prstGeom xmlns:a="http://schemas.openxmlformats.org/drawingml/2006/main" prst="rect">
            <a:avLst/>
          </a:prstGeom>
        </p:spPr>
      </p:pic>
      <p:pic>
        <p:nvPicPr>
          <p:cNvPr id="103" name="Рисунок 5"/>
          <p:cNvPicPr>
            <a:picLocks xmlns:a="http://schemas.openxmlformats.org/drawingml/2006/main" noChangeAspect="1"/>
          </p:cNvPicPr>
          <p:nvPr>
            <p:ph type="pic" idx="18"/>
          </p:nvPr>
        </p:nvPicPr>
        <p:blipFill>
          <a:blip xmlns:r="http://schemas.openxmlformats.org/officeDocument/2006/relationships" xmlns:a="http://schemas.openxmlformats.org/drawingml/2006/main" r:embed="R4a4b5468ce8742a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855524" y="1578007"/>
            <a:ext cx="4121658" cy="2284000"/>
          </a:xfrm>
          <a:prstGeom xmlns:a="http://schemas.openxmlformats.org/drawingml/2006/main" prst="rect">
            <a:avLst/>
          </a:prstGeom>
        </p:spPr>
      </p:pic>
      <p:sp>
        <p:nvSpPr>
          <p:cNvPr id="55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ДЕМО: ХОД → РАЗБОР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700b6899a0740f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Скругленный 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 xmlns:a="http://schemas.openxmlformats.org/drawingml/2006/main"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rPr>
                <a:solidFill>
                  <a:schemeClr val="accent5"/>
                </a:solidFill>
              </a:rPr>
              <a:t>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0977"/>
                </a:solidFill>
              </a:defRPr>
            </a:pPr>
            <a:r>
              <a:rPr sz="1500" b="1">
                <a:solidFill>
                  <a:srgbClr val="520977"/>
                </a:solidFill>
              </a:rPr>
              <a:t>СЕЙЧАС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814077"/>
            <a:ext cx="2526079" cy="112068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Parser safety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Pinned demo path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0977"/>
                </a:solidFill>
              </a:defRPr>
            </a:pPr>
            <a:r>
              <a:rPr sz="1500" b="1">
                <a:solidFill>
                  <a:srgbClr val="520977"/>
                </a:solidFill>
              </a:rPr>
              <a:t>ФИНАЛ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814077"/>
            <a:ext cx="2526079" cy="112068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Public filtered repo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Frozen template stand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0977"/>
                </a:solidFill>
              </a:defRPr>
            </a:pPr>
            <a:r>
              <a:rPr sz="1500" b="1">
                <a:solidFill>
                  <a:srgbClr val="520977"/>
                </a:solidFill>
              </a:rPr>
              <a:t>1 МЕСЯЦ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814077"/>
            <a:ext cx="2526079" cy="112068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Авторинг кейсов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Pilot analytics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825338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0977"/>
                </a:solidFill>
              </a:defRPr>
            </a:pPr>
            <a:r>
              <a:rPr sz="1500" b="1">
                <a:solidFill>
                  <a:srgbClr val="520977"/>
                </a:solidFill>
              </a:rPr>
              <a:t>3 МЕСЯЦА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5181340"/>
            <a:ext cx="2526079" cy="112068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LMS / SSO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Team dashboards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825338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0977"/>
                </a:solidFill>
              </a:defRPr>
            </a:pPr>
            <a:r>
              <a:rPr sz="1500" b="1">
                <a:solidFill>
                  <a:srgbClr val="520977"/>
                </a:solidFill>
              </a:rPr>
              <a:t>ПОСЛЕ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5181340"/>
            <a:ext cx="2526079" cy="112068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Agent benchmark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Private deployment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4" name="Прямая соединительная линия 33">
            <a:extLst xmlns:a="http://schemas.openxmlformats.org/drawingml/2006/main">
              <a:ext uri="{FF2B5EF4-FFF2-40B4-BE49-F238E27FC236}">
                <a16:creationId xmlns:a16="http://schemas.microsoft.com/office/drawing/2014/main" id="{A24024E3-CEE1-4CAA-8D9C-1DF560B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40" y="3860224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Прямая соединительная линия 34">
            <a:extLst xmlns:a="http://schemas.openxmlformats.org/drawingml/2006/main">
              <a:ext uri="{FF2B5EF4-FFF2-40B4-BE49-F238E27FC236}">
                <a16:creationId xmlns:a16="http://schemas.microsoft.com/office/drawing/2014/main" id="{EFEFE8AE-33E5-4086-BABF-F4EE8898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137" y="3862139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Прямая соединительная линия 35">
            <a:extLst xmlns:a="http://schemas.openxmlformats.org/drawingml/2006/main">
              <a:ext uri="{FF2B5EF4-FFF2-40B4-BE49-F238E27FC236}">
                <a16:creationId xmlns:a16="http://schemas.microsoft.com/office/drawing/2014/main" id="{F79AA91B-69FD-40A0-A51F-7D31F5B6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334" y="3862139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Прямая соединительная линия 36">
            <a:extLst xmlns:a="http://schemas.openxmlformats.org/drawingml/2006/main">
              <a:ext uri="{FF2B5EF4-FFF2-40B4-BE49-F238E27FC236}">
                <a16:creationId xmlns:a16="http://schemas.microsoft.com/office/drawing/2014/main" id="{73D81751-BA5B-4F3C-BC08-8818935D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467" y="3862139"/>
            <a:ext cx="1332545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Прямая соединительная линия 37">
            <a:extLst xmlns:a="http://schemas.openxmlformats.org/drawingml/2006/main">
              <a:ext uri="{FF2B5EF4-FFF2-40B4-BE49-F238E27FC236}">
                <a16:creationId xmlns:a16="http://schemas.microsoft.com/office/drawing/2014/main" id="{F9E67623-C22E-469D-B02C-5814C334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114" y="2934762"/>
            <a:ext cx="1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Прямая соединительная линия 38">
            <a:extLst xmlns:a="http://schemas.openxmlformats.org/drawingml/2006/main">
              <a:ext uri="{FF2B5EF4-FFF2-40B4-BE49-F238E27FC236}">
                <a16:creationId xmlns:a16="http://schemas.microsoft.com/office/drawing/2014/main" id="{E3D02377-9A46-4B46-B041-95C07945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312" y="4216228"/>
            <a:ext cx="1245" cy="575062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Прямая соединительная линия 39">
            <a:extLst xmlns:a="http://schemas.openxmlformats.org/drawingml/2006/main">
              <a:ext uri="{FF2B5EF4-FFF2-40B4-BE49-F238E27FC236}">
                <a16:creationId xmlns:a16="http://schemas.microsoft.com/office/drawing/2014/main" id="{56D776F0-DB87-4FE2-8214-7991379B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34762"/>
            <a:ext cx="5509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Прямая соединительная линия 40">
            <a:extLst xmlns:a="http://schemas.openxmlformats.org/drawingml/2006/main">
              <a:ext uri="{FF2B5EF4-FFF2-40B4-BE49-F238E27FC236}">
                <a16:creationId xmlns:a16="http://schemas.microsoft.com/office/drawing/2014/main" id="{BE5164BB-B6A5-406D-BD40-96105DC2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343442" y="4216228"/>
            <a:ext cx="4264" cy="575062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2" name="Прямая соединительная линия 41">
            <a:extLst xmlns:a="http://schemas.openxmlformats.org/drawingml/2006/main">
              <a:ext uri="{FF2B5EF4-FFF2-40B4-BE49-F238E27FC236}">
                <a16:creationId xmlns:a16="http://schemas.microsoft.com/office/drawing/2014/main" id="{338C0E10-70BB-4C80-B5AC-9592000E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3901" y="2934762"/>
            <a:ext cx="1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Скругленный прямоугольник 42">
            <a:extLst xmlns:a="http://schemas.openxmlformats.org/drawingml/2006/main"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126" y="3508049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1</a:t>
            </a:r>
          </a:p>
        </p:txBody>
      </p:sp>
      <p:sp>
        <p:nvSpPr>
          <p:cNvPr id="44" name="Скругленный прямоугольник 43">
            <a:extLst xmlns:a="http://schemas.openxmlformats.org/drawingml/2006/main"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397" y="3506136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2</a:t>
            </a:r>
          </a:p>
        </p:txBody>
      </p:sp>
      <p:sp>
        <p:nvSpPr>
          <p:cNvPr id="45" name="Скругленный прямоугольник 44">
            <a:extLst xmlns:a="http://schemas.openxmlformats.org/drawingml/2006/main"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594" y="3516255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3</a:t>
            </a:r>
          </a:p>
        </p:txBody>
      </p:sp>
      <p:sp>
        <p:nvSpPr>
          <p:cNvPr id="53" name="Скругленный прямоугольник 52">
            <a:extLst xmlns:a="http://schemas.openxmlformats.org/drawingml/2006/main"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752" y="3506135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4</a:t>
            </a:r>
          </a:p>
        </p:txBody>
      </p:sp>
      <p:sp>
        <p:nvSpPr>
          <p:cNvPr id="54" name="Скругленный прямоугольник 53">
            <a:extLst xmlns:a="http://schemas.openxmlformats.org/drawingml/2006/main"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012" y="3538626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5</a:t>
            </a:r>
          </a:p>
        </p:txBody>
      </p:sp>
      <p:sp>
        <p:nvSpPr>
          <p:cNvPr id="15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РАЗВИТИЯ</a:t>
            </a:r>
            <a:endParaRPr/>
          </a:p>
        </p:txBody>
      </p:sp>
      <p:sp>
        <p:nvSpPr>
          <p:cNvPr id="14" name="Скругленный 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6" name="Скругленный 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1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8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78" y="4825338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9" name="Скругленный 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708" y="4791290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2026-09-28T20:26:41.0020000Z</dcterms:created>
  <dcterms:modified xsi:type="dcterms:W3CDTF">2026-09-28T20:26:41.0020000Z</dcterms:modified>
</coreProperties>
</file>